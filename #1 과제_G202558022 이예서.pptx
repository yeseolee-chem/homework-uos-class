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3D1F6-0937-4653-9B88-AF0C1025247A}" v="23" dt="2025-10-14T02:35:48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서 이" userId="1914c1b7e6e8aa8a" providerId="LiveId" clId="{31682009-83AD-421F-8587-EED1CE8850B3}"/>
    <pc:docChg chg="undo custSel modSld">
      <pc:chgData name="예서 이" userId="1914c1b7e6e8aa8a" providerId="LiveId" clId="{31682009-83AD-421F-8587-EED1CE8850B3}" dt="2025-10-14T02:35:50.478" v="751" actId="20577"/>
      <pc:docMkLst>
        <pc:docMk/>
      </pc:docMkLst>
      <pc:sldChg chg="modSp mod">
        <pc:chgData name="예서 이" userId="1914c1b7e6e8aa8a" providerId="LiveId" clId="{31682009-83AD-421F-8587-EED1CE8850B3}" dt="2025-10-14T02:16:38.651" v="98" actId="1076"/>
        <pc:sldMkLst>
          <pc:docMk/>
          <pc:sldMk cId="3210960253" sldId="256"/>
        </pc:sldMkLst>
        <pc:spChg chg="mod">
          <ac:chgData name="예서 이" userId="1914c1b7e6e8aa8a" providerId="LiveId" clId="{31682009-83AD-421F-8587-EED1CE8850B3}" dt="2025-10-14T02:16:38.651" v="98" actId="1076"/>
          <ac:spMkLst>
            <pc:docMk/>
            <pc:sldMk cId="3210960253" sldId="256"/>
            <ac:spMk id="7" creationId="{8E9EF114-2398-D6F5-3926-7AEA9706276C}"/>
          </ac:spMkLst>
        </pc:spChg>
      </pc:sldChg>
      <pc:sldChg chg="modSp mod">
        <pc:chgData name="예서 이" userId="1914c1b7e6e8aa8a" providerId="LiveId" clId="{31682009-83AD-421F-8587-EED1CE8850B3}" dt="2025-10-14T02:18:47.482" v="204" actId="1076"/>
        <pc:sldMkLst>
          <pc:docMk/>
          <pc:sldMk cId="1996442439" sldId="257"/>
        </pc:sldMkLst>
        <pc:spChg chg="mod">
          <ac:chgData name="예서 이" userId="1914c1b7e6e8aa8a" providerId="LiveId" clId="{31682009-83AD-421F-8587-EED1CE8850B3}" dt="2025-10-14T02:18:47.482" v="204" actId="1076"/>
          <ac:spMkLst>
            <pc:docMk/>
            <pc:sldMk cId="1996442439" sldId="257"/>
            <ac:spMk id="6" creationId="{CB03D66A-4473-BA8F-BF53-F71EB1298A2B}"/>
          </ac:spMkLst>
        </pc:spChg>
      </pc:sldChg>
      <pc:sldChg chg="addSp modSp mod">
        <pc:chgData name="예서 이" userId="1914c1b7e6e8aa8a" providerId="LiveId" clId="{31682009-83AD-421F-8587-EED1CE8850B3}" dt="2025-10-14T02:25:58.845" v="380" actId="20577"/>
        <pc:sldMkLst>
          <pc:docMk/>
          <pc:sldMk cId="4153371155" sldId="258"/>
        </pc:sldMkLst>
        <pc:spChg chg="mod">
          <ac:chgData name="예서 이" userId="1914c1b7e6e8aa8a" providerId="LiveId" clId="{31682009-83AD-421F-8587-EED1CE8850B3}" dt="2025-10-14T02:25:58.845" v="380" actId="20577"/>
          <ac:spMkLst>
            <pc:docMk/>
            <pc:sldMk cId="4153371155" sldId="258"/>
            <ac:spMk id="6" creationId="{A58AC88B-5CD4-3E89-D995-F3AAAAA323D1}"/>
          </ac:spMkLst>
        </pc:spChg>
        <pc:graphicFrameChg chg="add mod">
          <ac:chgData name="예서 이" userId="1914c1b7e6e8aa8a" providerId="LiveId" clId="{31682009-83AD-421F-8587-EED1CE8850B3}" dt="2025-10-14T02:00:15.580" v="2"/>
          <ac:graphicFrameMkLst>
            <pc:docMk/>
            <pc:sldMk cId="4153371155" sldId="258"/>
            <ac:graphicFrameMk id="2" creationId="{C6EFF709-E04C-169A-30B6-CB77F44A0508}"/>
          </ac:graphicFrameMkLst>
        </pc:graphicFrameChg>
        <pc:graphicFrameChg chg="add mod">
          <ac:chgData name="예서 이" userId="1914c1b7e6e8aa8a" providerId="LiveId" clId="{31682009-83AD-421F-8587-EED1CE8850B3}" dt="2025-10-14T02:00:19.424" v="3"/>
          <ac:graphicFrameMkLst>
            <pc:docMk/>
            <pc:sldMk cId="4153371155" sldId="258"/>
            <ac:graphicFrameMk id="4" creationId="{5C68B6EF-A746-5F36-03FA-43504C42B4BB}"/>
          </ac:graphicFrameMkLst>
        </pc:graphicFrameChg>
      </pc:sldChg>
      <pc:sldChg chg="modSp mod">
        <pc:chgData name="예서 이" userId="1914c1b7e6e8aa8a" providerId="LiveId" clId="{31682009-83AD-421F-8587-EED1CE8850B3}" dt="2025-10-14T02:35:50.478" v="751" actId="20577"/>
        <pc:sldMkLst>
          <pc:docMk/>
          <pc:sldMk cId="3418178228" sldId="259"/>
        </pc:sldMkLst>
        <pc:spChg chg="mod">
          <ac:chgData name="예서 이" userId="1914c1b7e6e8aa8a" providerId="LiveId" clId="{31682009-83AD-421F-8587-EED1CE8850B3}" dt="2025-10-14T02:35:50.478" v="751" actId="20577"/>
          <ac:spMkLst>
            <pc:docMk/>
            <pc:sldMk cId="3418178228" sldId="259"/>
            <ac:spMk id="2" creationId="{9360E253-5CD5-1A1C-C640-6AB23C687C6D}"/>
          </ac:spMkLst>
        </pc:spChg>
      </pc:sldChg>
      <pc:sldChg chg="modSp mod">
        <pc:chgData name="예서 이" userId="1914c1b7e6e8aa8a" providerId="LiveId" clId="{31682009-83AD-421F-8587-EED1CE8850B3}" dt="2025-10-14T02:24:06.114" v="285"/>
        <pc:sldMkLst>
          <pc:docMk/>
          <pc:sldMk cId="570266069" sldId="260"/>
        </pc:sldMkLst>
        <pc:spChg chg="mod">
          <ac:chgData name="예서 이" userId="1914c1b7e6e8aa8a" providerId="LiveId" clId="{31682009-83AD-421F-8587-EED1CE8850B3}" dt="2025-10-14T02:24:06.114" v="285"/>
          <ac:spMkLst>
            <pc:docMk/>
            <pc:sldMk cId="570266069" sldId="260"/>
            <ac:spMk id="6" creationId="{41E353E7-F079-34FC-AACB-98DAF3A6E45F}"/>
          </ac:spMkLst>
        </pc:spChg>
      </pc:sldChg>
      <pc:sldChg chg="modSp mod">
        <pc:chgData name="예서 이" userId="1914c1b7e6e8aa8a" providerId="LiveId" clId="{31682009-83AD-421F-8587-EED1CE8850B3}" dt="2025-10-14T02:30:20.216" v="475" actId="20577"/>
        <pc:sldMkLst>
          <pc:docMk/>
          <pc:sldMk cId="3603335192" sldId="261"/>
        </pc:sldMkLst>
        <pc:spChg chg="mod">
          <ac:chgData name="예서 이" userId="1914c1b7e6e8aa8a" providerId="LiveId" clId="{31682009-83AD-421F-8587-EED1CE8850B3}" dt="2025-10-14T02:30:20.216" v="475" actId="20577"/>
          <ac:spMkLst>
            <pc:docMk/>
            <pc:sldMk cId="3603335192" sldId="261"/>
            <ac:spMk id="6" creationId="{34BDF912-B351-53CE-DEBA-425493FC4144}"/>
          </ac:spMkLst>
        </pc:spChg>
      </pc:sldChg>
      <pc:sldChg chg="modSp mod">
        <pc:chgData name="예서 이" userId="1914c1b7e6e8aa8a" providerId="LiveId" clId="{31682009-83AD-421F-8587-EED1CE8850B3}" dt="2025-10-14T02:32:29.260" v="592" actId="20577"/>
        <pc:sldMkLst>
          <pc:docMk/>
          <pc:sldMk cId="2362272529" sldId="262"/>
        </pc:sldMkLst>
        <pc:spChg chg="mod">
          <ac:chgData name="예서 이" userId="1914c1b7e6e8aa8a" providerId="LiveId" clId="{31682009-83AD-421F-8587-EED1CE8850B3}" dt="2025-10-14T02:32:29.260" v="592" actId="20577"/>
          <ac:spMkLst>
            <pc:docMk/>
            <pc:sldMk cId="2362272529" sldId="262"/>
            <ac:spMk id="6" creationId="{61841355-3B6F-D89E-102E-8449BEDB3B3D}"/>
          </ac:spMkLst>
        </pc:spChg>
      </pc:sldChg>
      <pc:sldChg chg="modSp mod">
        <pc:chgData name="예서 이" userId="1914c1b7e6e8aa8a" providerId="LiveId" clId="{31682009-83AD-421F-8587-EED1CE8850B3}" dt="2025-10-14T02:33:44.450" v="661" actId="1076"/>
        <pc:sldMkLst>
          <pc:docMk/>
          <pc:sldMk cId="3146497588" sldId="263"/>
        </pc:sldMkLst>
        <pc:spChg chg="mod">
          <ac:chgData name="예서 이" userId="1914c1b7e6e8aa8a" providerId="LiveId" clId="{31682009-83AD-421F-8587-EED1CE8850B3}" dt="2025-10-14T02:33:44.450" v="661" actId="1076"/>
          <ac:spMkLst>
            <pc:docMk/>
            <pc:sldMk cId="3146497588" sldId="263"/>
            <ac:spMk id="6" creationId="{4B2D19D4-6C6B-4B55-EA83-ABBC12BDC1A0}"/>
          </ac:spMkLst>
        </pc:spChg>
      </pc:sldChg>
      <pc:sldChg chg="modSp mod">
        <pc:chgData name="예서 이" userId="1914c1b7e6e8aa8a" providerId="LiveId" clId="{31682009-83AD-421F-8587-EED1CE8850B3}" dt="2025-10-14T02:35:26.050" v="747" actId="1076"/>
        <pc:sldMkLst>
          <pc:docMk/>
          <pc:sldMk cId="72000658" sldId="264"/>
        </pc:sldMkLst>
        <pc:graphicFrameChg chg="mod modGraphic">
          <ac:chgData name="예서 이" userId="1914c1b7e6e8aa8a" providerId="LiveId" clId="{31682009-83AD-421F-8587-EED1CE8850B3}" dt="2025-10-14T02:35:26.050" v="747" actId="1076"/>
          <ac:graphicFrameMkLst>
            <pc:docMk/>
            <pc:sldMk cId="72000658" sldId="264"/>
            <ac:graphicFrameMk id="5" creationId="{11D19E43-970E-7E88-167C-8F6BE140E0DD}"/>
          </ac:graphicFrameMkLst>
        </pc:graphicFrameChg>
      </pc:sldChg>
    </pc:docChg>
  </pc:docChgLst>
  <pc:docChgLst>
    <pc:chgData name="예서 이" userId="1914c1b7e6e8aa8a" providerId="LiveId" clId="{4F659EE3-8003-46ED-9E8F-0C50C411410D}"/>
    <pc:docChg chg="undo custSel addSld delSld modSld sldOrd modMainMaster">
      <pc:chgData name="예서 이" userId="1914c1b7e6e8aa8a" providerId="LiveId" clId="{4F659EE3-8003-46ED-9E8F-0C50C411410D}" dt="2025-10-12T04:15:02.975" v="353" actId="5793"/>
      <pc:docMkLst>
        <pc:docMk/>
      </pc:docMkLst>
      <pc:sldChg chg="addSp delSp modSp new mod">
        <pc:chgData name="예서 이" userId="1914c1b7e6e8aa8a" providerId="LiveId" clId="{4F659EE3-8003-46ED-9E8F-0C50C411410D}" dt="2025-10-12T04:15:02.975" v="353" actId="5793"/>
        <pc:sldMkLst>
          <pc:docMk/>
          <pc:sldMk cId="3210960253" sldId="256"/>
        </pc:sldMkLst>
        <pc:spChg chg="add mod">
          <ac:chgData name="예서 이" userId="1914c1b7e6e8aa8a" providerId="LiveId" clId="{4F659EE3-8003-46ED-9E8F-0C50C411410D}" dt="2025-10-12T04:15:02.975" v="353" actId="5793"/>
          <ac:spMkLst>
            <pc:docMk/>
            <pc:sldMk cId="3210960253" sldId="256"/>
            <ac:spMk id="7" creationId="{8E9EF114-2398-D6F5-3926-7AEA9706276C}"/>
          </ac:spMkLst>
        </pc:spChg>
        <pc:spChg chg="add mod">
          <ac:chgData name="예서 이" userId="1914c1b7e6e8aa8a" providerId="LiveId" clId="{4F659EE3-8003-46ED-9E8F-0C50C411410D}" dt="2025-10-12T03:58:18.345" v="219" actId="1076"/>
          <ac:spMkLst>
            <pc:docMk/>
            <pc:sldMk cId="3210960253" sldId="256"/>
            <ac:spMk id="8" creationId="{AE73A2D3-9897-B1DA-1205-9853C1578FA7}"/>
          </ac:spMkLst>
        </pc:spChg>
        <pc:picChg chg="add mod">
          <ac:chgData name="예서 이" userId="1914c1b7e6e8aa8a" providerId="LiveId" clId="{4F659EE3-8003-46ED-9E8F-0C50C411410D}" dt="2025-10-12T03:50:53.439" v="61"/>
          <ac:picMkLst>
            <pc:docMk/>
            <pc:sldMk cId="3210960253" sldId="256"/>
            <ac:picMk id="3" creationId="{6AE3F571-3F49-6107-C2B4-E99D919F3BBF}"/>
          </ac:picMkLst>
        </pc:picChg>
      </pc:sldChg>
      <pc:sldChg chg="addSp delSp modSp add mod">
        <pc:chgData name="예서 이" userId="1914c1b7e6e8aa8a" providerId="LiveId" clId="{4F659EE3-8003-46ED-9E8F-0C50C411410D}" dt="2025-10-12T04:14:55.802" v="347" actId="20577"/>
        <pc:sldMkLst>
          <pc:docMk/>
          <pc:sldMk cId="1996442439" sldId="257"/>
        </pc:sldMkLst>
        <pc:spChg chg="add mod">
          <ac:chgData name="예서 이" userId="1914c1b7e6e8aa8a" providerId="LiveId" clId="{4F659EE3-8003-46ED-9E8F-0C50C411410D}" dt="2025-10-12T04:14:55.802" v="347" actId="20577"/>
          <ac:spMkLst>
            <pc:docMk/>
            <pc:sldMk cId="1996442439" sldId="257"/>
            <ac:spMk id="6" creationId="{CB03D66A-4473-BA8F-BF53-F71EB1298A2B}"/>
          </ac:spMkLst>
        </pc:spChg>
        <pc:spChg chg="add mod">
          <ac:chgData name="예서 이" userId="1914c1b7e6e8aa8a" providerId="LiveId" clId="{4F659EE3-8003-46ED-9E8F-0C50C411410D}" dt="2025-10-12T03:58:19.334" v="220"/>
          <ac:spMkLst>
            <pc:docMk/>
            <pc:sldMk cId="1996442439" sldId="257"/>
            <ac:spMk id="7" creationId="{19D5B603-6165-CCC9-4BC7-9CAFD34661B4}"/>
          </ac:spMkLst>
        </pc:spChg>
        <pc:picChg chg="add mod">
          <ac:chgData name="예서 이" userId="1914c1b7e6e8aa8a" providerId="LiveId" clId="{4F659EE3-8003-46ED-9E8F-0C50C411410D}" dt="2025-10-12T04:12:06.826" v="259" actId="1076"/>
          <ac:picMkLst>
            <pc:docMk/>
            <pc:sldMk cId="1996442439" sldId="257"/>
            <ac:picMk id="4" creationId="{F1C658E7-10C5-F433-BFEC-6FAB044BF7D8}"/>
          </ac:picMkLst>
        </pc:picChg>
      </pc:sldChg>
      <pc:sldChg chg="addSp delSp modSp add mod">
        <pc:chgData name="예서 이" userId="1914c1b7e6e8aa8a" providerId="LiveId" clId="{4F659EE3-8003-46ED-9E8F-0C50C411410D}" dt="2025-10-12T04:14:52.593" v="346" actId="20577"/>
        <pc:sldMkLst>
          <pc:docMk/>
          <pc:sldMk cId="4153371155" sldId="258"/>
        </pc:sldMkLst>
        <pc:spChg chg="add mod">
          <ac:chgData name="예서 이" userId="1914c1b7e6e8aa8a" providerId="LiveId" clId="{4F659EE3-8003-46ED-9E8F-0C50C411410D}" dt="2025-10-12T04:14:52.593" v="346" actId="20577"/>
          <ac:spMkLst>
            <pc:docMk/>
            <pc:sldMk cId="4153371155" sldId="258"/>
            <ac:spMk id="6" creationId="{A58AC88B-5CD4-3E89-D995-F3AAAAA323D1}"/>
          </ac:spMkLst>
        </pc:spChg>
        <pc:spChg chg="add mod">
          <ac:chgData name="예서 이" userId="1914c1b7e6e8aa8a" providerId="LiveId" clId="{4F659EE3-8003-46ED-9E8F-0C50C411410D}" dt="2025-10-12T03:58:20.234" v="221"/>
          <ac:spMkLst>
            <pc:docMk/>
            <pc:sldMk cId="4153371155" sldId="258"/>
            <ac:spMk id="7" creationId="{D4B9C0B7-4C28-3A9A-8F4A-7D5B07DE1374}"/>
          </ac:spMkLst>
        </pc:spChg>
        <pc:picChg chg="add mod">
          <ac:chgData name="예서 이" userId="1914c1b7e6e8aa8a" providerId="LiveId" clId="{4F659EE3-8003-46ED-9E8F-0C50C411410D}" dt="2025-10-12T03:50:53.439" v="61"/>
          <ac:picMkLst>
            <pc:docMk/>
            <pc:sldMk cId="4153371155" sldId="258"/>
            <ac:picMk id="3" creationId="{128BEBF5-3995-EAB7-A47D-E8A114875D12}"/>
          </ac:picMkLst>
        </pc:picChg>
      </pc:sldChg>
      <pc:sldChg chg="delSp add del mod">
        <pc:chgData name="예서 이" userId="1914c1b7e6e8aa8a" providerId="LiveId" clId="{4F659EE3-8003-46ED-9E8F-0C50C411410D}" dt="2025-10-12T03:27:36.064" v="29" actId="47"/>
        <pc:sldMkLst>
          <pc:docMk/>
          <pc:sldMk cId="1979553297" sldId="259"/>
        </pc:sldMkLst>
      </pc:sldChg>
      <pc:sldChg chg="addSp delSp modSp add mod ord">
        <pc:chgData name="예서 이" userId="1914c1b7e6e8aa8a" providerId="LiveId" clId="{4F659EE3-8003-46ED-9E8F-0C50C411410D}" dt="2025-10-12T03:54:25.632" v="190" actId="1076"/>
        <pc:sldMkLst>
          <pc:docMk/>
          <pc:sldMk cId="3418178228" sldId="259"/>
        </pc:sldMkLst>
        <pc:spChg chg="add mod">
          <ac:chgData name="예서 이" userId="1914c1b7e6e8aa8a" providerId="LiveId" clId="{4F659EE3-8003-46ED-9E8F-0C50C411410D}" dt="2025-10-12T03:54:25.632" v="190" actId="1076"/>
          <ac:spMkLst>
            <pc:docMk/>
            <pc:sldMk cId="3418178228" sldId="259"/>
            <ac:spMk id="2" creationId="{9360E253-5CD5-1A1C-C640-6AB23C687C6D}"/>
          </ac:spMkLst>
        </pc:spChg>
      </pc:sldChg>
      <pc:sldChg chg="addSp modSp add mod">
        <pc:chgData name="예서 이" userId="1914c1b7e6e8aa8a" providerId="LiveId" clId="{4F659EE3-8003-46ED-9E8F-0C50C411410D}" dt="2025-10-12T04:14:49.144" v="345" actId="20577"/>
        <pc:sldMkLst>
          <pc:docMk/>
          <pc:sldMk cId="570266069" sldId="260"/>
        </pc:sldMkLst>
        <pc:spChg chg="add mod">
          <ac:chgData name="예서 이" userId="1914c1b7e6e8aa8a" providerId="LiveId" clId="{4F659EE3-8003-46ED-9E8F-0C50C411410D}" dt="2025-10-12T03:58:20.785" v="222"/>
          <ac:spMkLst>
            <pc:docMk/>
            <pc:sldMk cId="570266069" sldId="260"/>
            <ac:spMk id="4" creationId="{2508CC7A-773A-2FFE-E79A-67FA6C05D21B}"/>
          </ac:spMkLst>
        </pc:spChg>
        <pc:spChg chg="add mod">
          <ac:chgData name="예서 이" userId="1914c1b7e6e8aa8a" providerId="LiveId" clId="{4F659EE3-8003-46ED-9E8F-0C50C411410D}" dt="2025-10-12T04:14:49.144" v="345" actId="20577"/>
          <ac:spMkLst>
            <pc:docMk/>
            <pc:sldMk cId="570266069" sldId="260"/>
            <ac:spMk id="6" creationId="{41E353E7-F079-34FC-AACB-98DAF3A6E45F}"/>
          </ac:spMkLst>
        </pc:spChg>
        <pc:picChg chg="add mod">
          <ac:chgData name="예서 이" userId="1914c1b7e6e8aa8a" providerId="LiveId" clId="{4F659EE3-8003-46ED-9E8F-0C50C411410D}" dt="2025-10-12T03:57:41.690" v="192" actId="1076"/>
          <ac:picMkLst>
            <pc:docMk/>
            <pc:sldMk cId="570266069" sldId="260"/>
            <ac:picMk id="3" creationId="{FC234544-FF3C-8486-7098-79D4ED45C8ED}"/>
          </ac:picMkLst>
        </pc:picChg>
      </pc:sldChg>
      <pc:sldChg chg="add del">
        <pc:chgData name="예서 이" userId="1914c1b7e6e8aa8a" providerId="LiveId" clId="{4F659EE3-8003-46ED-9E8F-0C50C411410D}" dt="2025-10-12T03:27:34.130" v="24" actId="47"/>
        <pc:sldMkLst>
          <pc:docMk/>
          <pc:sldMk cId="1667666494" sldId="260"/>
        </pc:sldMkLst>
      </pc:sldChg>
      <pc:sldChg chg="add del">
        <pc:chgData name="예서 이" userId="1914c1b7e6e8aa8a" providerId="LiveId" clId="{4F659EE3-8003-46ED-9E8F-0C50C411410D}" dt="2025-10-12T03:27:34.954" v="25" actId="47"/>
        <pc:sldMkLst>
          <pc:docMk/>
          <pc:sldMk cId="3540430496" sldId="261"/>
        </pc:sldMkLst>
      </pc:sldChg>
      <pc:sldChg chg="addSp modSp add mod ord">
        <pc:chgData name="예서 이" userId="1914c1b7e6e8aa8a" providerId="LiveId" clId="{4F659EE3-8003-46ED-9E8F-0C50C411410D}" dt="2025-10-12T04:14:45.015" v="344" actId="5793"/>
        <pc:sldMkLst>
          <pc:docMk/>
          <pc:sldMk cId="3603335192" sldId="261"/>
        </pc:sldMkLst>
        <pc:spChg chg="add mod">
          <ac:chgData name="예서 이" userId="1914c1b7e6e8aa8a" providerId="LiveId" clId="{4F659EE3-8003-46ED-9E8F-0C50C411410D}" dt="2025-10-12T03:58:24.677" v="225" actId="20577"/>
          <ac:spMkLst>
            <pc:docMk/>
            <pc:sldMk cId="3603335192" sldId="261"/>
            <ac:spMk id="2" creationId="{BF9C5B0F-C19E-305E-4AAF-73C69BF77A7D}"/>
          </ac:spMkLst>
        </pc:spChg>
        <pc:spChg chg="add mod">
          <ac:chgData name="예서 이" userId="1914c1b7e6e8aa8a" providerId="LiveId" clId="{4F659EE3-8003-46ED-9E8F-0C50C411410D}" dt="2025-10-12T04:14:45.015" v="344" actId="5793"/>
          <ac:spMkLst>
            <pc:docMk/>
            <pc:sldMk cId="3603335192" sldId="261"/>
            <ac:spMk id="6" creationId="{34BDF912-B351-53CE-DEBA-425493FC4144}"/>
          </ac:spMkLst>
        </pc:spChg>
        <pc:picChg chg="add mod">
          <ac:chgData name="예서 이" userId="1914c1b7e6e8aa8a" providerId="LiveId" clId="{4F659EE3-8003-46ED-9E8F-0C50C411410D}" dt="2025-10-12T04:01:46.070" v="230" actId="1076"/>
          <ac:picMkLst>
            <pc:docMk/>
            <pc:sldMk cId="3603335192" sldId="261"/>
            <ac:picMk id="4" creationId="{4E8D8961-8CAF-F334-97B5-D04543CC15C3}"/>
          </ac:picMkLst>
        </pc:picChg>
      </pc:sldChg>
      <pc:sldChg chg="addSp delSp modSp add mod">
        <pc:chgData name="예서 이" userId="1914c1b7e6e8aa8a" providerId="LiveId" clId="{4F659EE3-8003-46ED-9E8F-0C50C411410D}" dt="2025-10-12T04:14:03.676" v="326" actId="1076"/>
        <pc:sldMkLst>
          <pc:docMk/>
          <pc:sldMk cId="2362272529" sldId="262"/>
        </pc:sldMkLst>
        <pc:spChg chg="add mod">
          <ac:chgData name="예서 이" userId="1914c1b7e6e8aa8a" providerId="LiveId" clId="{4F659EE3-8003-46ED-9E8F-0C50C411410D}" dt="2025-10-12T03:58:27.675" v="226"/>
          <ac:spMkLst>
            <pc:docMk/>
            <pc:sldMk cId="2362272529" sldId="262"/>
            <ac:spMk id="2" creationId="{F7B9A593-6C4B-A14F-07E1-EC2AD5864D32}"/>
          </ac:spMkLst>
        </pc:spChg>
        <pc:spChg chg="add mod">
          <ac:chgData name="예서 이" userId="1914c1b7e6e8aa8a" providerId="LiveId" clId="{4F659EE3-8003-46ED-9E8F-0C50C411410D}" dt="2025-10-12T04:14:03.676" v="326" actId="1076"/>
          <ac:spMkLst>
            <pc:docMk/>
            <pc:sldMk cId="2362272529" sldId="262"/>
            <ac:spMk id="6" creationId="{61841355-3B6F-D89E-102E-8449BEDB3B3D}"/>
          </ac:spMkLst>
        </pc:spChg>
        <pc:picChg chg="add mod">
          <ac:chgData name="예서 이" userId="1914c1b7e6e8aa8a" providerId="LiveId" clId="{4F659EE3-8003-46ED-9E8F-0C50C411410D}" dt="2025-10-12T04:06:12.349" v="236" actId="1076"/>
          <ac:picMkLst>
            <pc:docMk/>
            <pc:sldMk cId="2362272529" sldId="262"/>
            <ac:picMk id="4" creationId="{3A0ACF6C-FEE2-CF14-2D64-8C62A524022D}"/>
          </ac:picMkLst>
        </pc:picChg>
      </pc:sldChg>
      <pc:sldChg chg="add del">
        <pc:chgData name="예서 이" userId="1914c1b7e6e8aa8a" providerId="LiveId" clId="{4F659EE3-8003-46ED-9E8F-0C50C411410D}" dt="2025-10-12T03:27:35.486" v="26" actId="47"/>
        <pc:sldMkLst>
          <pc:docMk/>
          <pc:sldMk cId="3687779319" sldId="262"/>
        </pc:sldMkLst>
      </pc:sldChg>
      <pc:sldChg chg="add del">
        <pc:chgData name="예서 이" userId="1914c1b7e6e8aa8a" providerId="LiveId" clId="{4F659EE3-8003-46ED-9E8F-0C50C411410D}" dt="2025-10-12T03:27:35.784" v="27" actId="47"/>
        <pc:sldMkLst>
          <pc:docMk/>
          <pc:sldMk cId="2751337475" sldId="263"/>
        </pc:sldMkLst>
      </pc:sldChg>
      <pc:sldChg chg="addSp modSp add mod">
        <pc:chgData name="예서 이" userId="1914c1b7e6e8aa8a" providerId="LiveId" clId="{4F659EE3-8003-46ED-9E8F-0C50C411410D}" dt="2025-10-12T04:14:35.714" v="337" actId="1076"/>
        <pc:sldMkLst>
          <pc:docMk/>
          <pc:sldMk cId="3146497588" sldId="263"/>
        </pc:sldMkLst>
        <pc:spChg chg="add mod">
          <ac:chgData name="예서 이" userId="1914c1b7e6e8aa8a" providerId="LiveId" clId="{4F659EE3-8003-46ED-9E8F-0C50C411410D}" dt="2025-10-12T03:58:28.205" v="227"/>
          <ac:spMkLst>
            <pc:docMk/>
            <pc:sldMk cId="3146497588" sldId="263"/>
            <ac:spMk id="2" creationId="{6181BB32-160B-D2D6-9FBC-51453ADDB6B2}"/>
          </ac:spMkLst>
        </pc:spChg>
        <pc:spChg chg="add mod">
          <ac:chgData name="예서 이" userId="1914c1b7e6e8aa8a" providerId="LiveId" clId="{4F659EE3-8003-46ED-9E8F-0C50C411410D}" dt="2025-10-12T04:14:35.714" v="337" actId="1076"/>
          <ac:spMkLst>
            <pc:docMk/>
            <pc:sldMk cId="3146497588" sldId="263"/>
            <ac:spMk id="6" creationId="{4B2D19D4-6C6B-4B55-EA83-ABBC12BDC1A0}"/>
          </ac:spMkLst>
        </pc:spChg>
        <pc:picChg chg="add mod">
          <ac:chgData name="예서 이" userId="1914c1b7e6e8aa8a" providerId="LiveId" clId="{4F659EE3-8003-46ED-9E8F-0C50C411410D}" dt="2025-10-12T04:09:25.567" v="251" actId="14100"/>
          <ac:picMkLst>
            <pc:docMk/>
            <pc:sldMk cId="3146497588" sldId="263"/>
            <ac:picMk id="4" creationId="{B0361B09-08F1-A770-C15D-26F0ECA44CD7}"/>
          </ac:picMkLst>
        </pc:picChg>
      </pc:sldChg>
      <pc:sldChg chg="addSp modSp add mod">
        <pc:chgData name="예서 이" userId="1914c1b7e6e8aa8a" providerId="LiveId" clId="{4F659EE3-8003-46ED-9E8F-0C50C411410D}" dt="2025-10-12T04:14:39.993" v="339" actId="1076"/>
        <pc:sldMkLst>
          <pc:docMk/>
          <pc:sldMk cId="72000658" sldId="264"/>
        </pc:sldMkLst>
        <pc:spChg chg="add mod">
          <ac:chgData name="예서 이" userId="1914c1b7e6e8aa8a" providerId="LiveId" clId="{4F659EE3-8003-46ED-9E8F-0C50C411410D}" dt="2025-10-12T03:58:28.716" v="228"/>
          <ac:spMkLst>
            <pc:docMk/>
            <pc:sldMk cId="72000658" sldId="264"/>
            <ac:spMk id="2" creationId="{874AF280-18B9-BFFB-55FA-F7C696B88B2E}"/>
          </ac:spMkLst>
        </pc:spChg>
        <pc:graphicFrameChg chg="add mod modGraphic">
          <ac:chgData name="예서 이" userId="1914c1b7e6e8aa8a" providerId="LiveId" clId="{4F659EE3-8003-46ED-9E8F-0C50C411410D}" dt="2025-10-12T04:14:39.993" v="339" actId="1076"/>
          <ac:graphicFrameMkLst>
            <pc:docMk/>
            <pc:sldMk cId="72000658" sldId="264"/>
            <ac:graphicFrameMk id="5" creationId="{11D19E43-970E-7E88-167C-8F6BE140E0DD}"/>
          </ac:graphicFrameMkLst>
        </pc:graphicFrameChg>
        <pc:picChg chg="add mod">
          <ac:chgData name="예서 이" userId="1914c1b7e6e8aa8a" providerId="LiveId" clId="{4F659EE3-8003-46ED-9E8F-0C50C411410D}" dt="2025-10-12T04:08:07.448" v="243" actId="1076"/>
          <ac:picMkLst>
            <pc:docMk/>
            <pc:sldMk cId="72000658" sldId="264"/>
            <ac:picMk id="4" creationId="{765AACB3-49D9-9D7A-E104-A4CA2CFB649D}"/>
          </ac:picMkLst>
        </pc:picChg>
      </pc:sldChg>
      <pc:sldChg chg="add del">
        <pc:chgData name="예서 이" userId="1914c1b7e6e8aa8a" providerId="LiveId" clId="{4F659EE3-8003-46ED-9E8F-0C50C411410D}" dt="2025-10-12T03:27:35.919" v="28" actId="47"/>
        <pc:sldMkLst>
          <pc:docMk/>
          <pc:sldMk cId="1714847844" sldId="264"/>
        </pc:sldMkLst>
      </pc:sldChg>
      <pc:sldMasterChg chg="modSp modSldLayout">
        <pc:chgData name="예서 이" userId="1914c1b7e6e8aa8a" providerId="LiveId" clId="{4F659EE3-8003-46ED-9E8F-0C50C411410D}" dt="2025-10-12T03:50:53.439" v="61"/>
        <pc:sldMasterMkLst>
          <pc:docMk/>
          <pc:sldMasterMk cId="1174141825" sldId="2147483648"/>
        </pc:sldMasterMkLst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2" creationId="{58C25BED-F428-B145-B803-7A684AD8E647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3" creationId="{277F5A61-35BA-BAE4-7B75-ED1B70DBC1F4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4" creationId="{D891F350-BD50-71A1-2855-4A63B65F9183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5" creationId="{76F41AB7-12B5-15D8-F84D-09369A2CBD0C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6" creationId="{D7978E7D-BB68-A232-A3E7-D307832B5A95}"/>
          </ac:spMkLst>
        </pc:sp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2786396537" sldId="2147483649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2786396537" sldId="2147483649"/>
              <ac:spMk id="2" creationId="{B651051D-0B5B-CCB9-B4C6-6E19D7BFE875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2786396537" sldId="2147483649"/>
              <ac:spMk id="3" creationId="{E0E73D68-E04A-C6E2-4637-0AD985EA21C2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3758901777" sldId="2147483651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3758901777" sldId="2147483651"/>
              <ac:spMk id="2" creationId="{4B21DDC1-2449-30A7-A8F8-24007F2E3FA4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3758901777" sldId="2147483651"/>
              <ac:spMk id="3" creationId="{D04F1037-D939-1F2A-625C-02A91673708B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010586907" sldId="2147483652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10586907" sldId="2147483652"/>
              <ac:spMk id="3" creationId="{4D333697-595D-FE7F-EDC0-0E07CE42D804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10586907" sldId="2147483652"/>
              <ac:spMk id="4" creationId="{4611A8DF-10B8-7112-C77F-549E40898BE9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1004686960" sldId="2147483653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2" creationId="{EADA1A2F-B3A9-DFE6-75BD-A574A3E4696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3" creationId="{51350F0D-F689-6CA3-4F98-9ABADD4BB662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4" creationId="{64B9BE19-AA0A-8470-FDF9-AE43C690818D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5" creationId="{C849A403-8D49-66AE-38F3-EBB5A7BECC01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6" creationId="{B28DBD5A-4602-F9D4-39C7-26E4A0A9D02B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39921477" sldId="2147483656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2" creationId="{9EB9B2A5-AF6A-DF85-7726-5794B06F34F3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3" creationId="{FA73647B-74A9-3B7A-225F-CDC622EA945A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4" creationId="{FE4EC54A-EF9F-5DC7-A3AA-341C16614088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1386533037" sldId="2147483657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2" creationId="{4D693B56-BA42-9837-24DF-9F56F27C106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3" creationId="{4C44B647-9C86-8F12-0A76-A99E9AC069C6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4" creationId="{B8F3B63C-67C7-467F-BC78-40D6E04C2BF3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054297738" sldId="2147483659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54297738" sldId="2147483659"/>
              <ac:spMk id="2" creationId="{CE12C33D-6436-45A8-40CD-8274E4EAAE4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54297738" sldId="2147483659"/>
              <ac:spMk id="3" creationId="{CC614940-76E8-18F4-6336-EB467133468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286D9-9309-40BB-8D18-C8A7F14A40E6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08689-32BF-4F22-92F3-D151A5C31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1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434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1051D-0B5B-CCB9-B4C6-6E19D7BF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E73D68-E04A-C6E2-4637-0AD985EA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560247-3938-56D8-37D3-D825ABE7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D034E-1135-1D17-7DAC-3F56A83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8454C-9C6A-881D-0F02-4E964CC9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9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FAB46-C1F5-E6E1-7322-12E38F99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B0E62-5180-0E7D-BE30-10171E1AA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7E976-3C6E-089D-A573-32C6199B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73012-FEAC-9BE6-4F29-0921844B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6A80F-3FC3-B0D8-E4BC-71A29392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1DDC1-2449-30A7-A8F8-24007F2E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4F1037-D939-1F2A-625C-02A916737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A58764-C561-4E7D-B0A9-D0B2503C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17082-7CF1-9B6F-D7EE-B85D60D5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FDF56-25D5-AF9F-E074-197E1E66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90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5B951-1463-050D-BE66-6E3BAA35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33697-595D-FE7F-EDC0-0E07CE42D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11A8DF-10B8-7112-C77F-549E40898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8CB58-DC2A-3157-DEB8-CEF43A3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28DB92-D943-1D0F-F04D-98A79E6B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5E4838-4ABC-9A97-36E8-A2C5E6ED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8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A1A2F-B3A9-DFE6-75BD-A574A3E4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50F0D-F689-6CA3-4F98-9ABADD4B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B9BE19-AA0A-8470-FDF9-AE43C6908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49A403-8D49-66AE-38F3-EBB5A7BEC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8DBD5A-4602-F9D4-39C7-26E4A0A9D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EB9CD9-32F2-82CD-925F-19DBEF5A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952D77-E54C-E9BB-6CC5-3D5D809B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6DB829-8FEB-2CDF-57CA-9AE494C6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7FB83-CDCE-0E0F-A0FD-AD6E8247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85A002-8DD6-E245-F8A5-E95A2068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0BB8FE-7676-BADB-EF28-7A3E4355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9036E-AE3E-BE00-F4A9-9FE84472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6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23AE0A-A29A-3E97-1378-D9EA6467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0A63C06-AD7E-1BCE-38E8-2DA9E2A4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DA461-B7F7-5AD2-F7A9-4A500B6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9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9B2A5-AF6A-DF85-7726-5794B06F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3647B-74A9-3B7A-225F-CDC622EA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4EC54A-EF9F-5DC7-A3AA-341C16614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C5F30D-1ECC-A4A6-7070-112E8694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CEADD-797E-92B5-075F-446E628E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445F0-02A8-62D2-07C9-3B3867F8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2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93B56-BA42-9837-24DF-9F56F27C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44B647-9C86-8F12-0A76-A99E9AC0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3B63C-67C7-467F-BC78-40D6E04C2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E97618-9ED2-DA1B-3C17-C0935BC3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FA033A-5A9E-B882-284B-1827C1A5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3A62C9-3DEF-498A-9A42-535BF85B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5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11A0A-3599-1ED0-DF04-FF24277D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9100C4-0438-F119-EF53-D947473F9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B4853-DD91-FA09-B662-F8793905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5F22F-3FC5-AD6A-8476-8BA984E4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4E41C-CAA5-3534-2AF3-05A5BDFD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8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12C33D-6436-45A8-40CD-8274E4EAA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614940-76E8-18F4-6336-EB4671334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2C4E4-5C7B-8731-05D5-D3C4CE10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D8600-950B-20FB-F123-6FA234FE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CB873-7ADD-7D49-A299-E6333755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29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C25BED-F428-B145-B803-7A684AD8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7F5A61-35BA-BAE4-7B75-ED1B70DBC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1F350-BD50-71A1-2855-4A63B65F9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A51F0-7848-4262-9FF3-D5E1C68B18E1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41AB7-12B5-15D8-F84D-09369A2C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78E7D-BB68-A232-A3E7-D307832B5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14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CAFE-4C81-65F6-BBDB-BD956F3F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0E253-5CD5-1A1C-C640-6AB23C687C6D}"/>
              </a:ext>
            </a:extLst>
          </p:cNvPr>
          <p:cNvSpPr txBox="1"/>
          <p:nvPr/>
        </p:nvSpPr>
        <p:spPr>
          <a:xfrm>
            <a:off x="3076584" y="2014905"/>
            <a:ext cx="6038833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/>
              <a:t>인공 지능 </a:t>
            </a:r>
            <a:r>
              <a:rPr lang="ko-KR" altLang="en-US" sz="4000" dirty="0" err="1"/>
              <a:t>특론</a:t>
            </a:r>
            <a:r>
              <a:rPr lang="ko-KR" altLang="en-US" sz="4000" dirty="0"/>
              <a:t> </a:t>
            </a:r>
            <a:r>
              <a:rPr lang="ko-KR" altLang="en-US" sz="4000"/>
              <a:t>과제 제출</a:t>
            </a:r>
            <a:endParaRPr lang="en-US" altLang="ko-KR" sz="4000" dirty="0"/>
          </a:p>
          <a:p>
            <a:pPr algn="ctr"/>
            <a:r>
              <a:rPr lang="en-US" altLang="ko-KR" dirty="0"/>
              <a:t>ch2 &amp; ch3 </a:t>
            </a:r>
            <a:r>
              <a:rPr lang="ko-KR" altLang="en-US" dirty="0"/>
              <a:t>실습 수행</a:t>
            </a:r>
            <a:endParaRPr lang="en-US" altLang="ko-KR" sz="40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/>
              <a:t>G202558022</a:t>
            </a:r>
          </a:p>
          <a:p>
            <a:pPr algn="ctr"/>
            <a:r>
              <a:rPr lang="ko-KR" altLang="en-US" sz="2400" dirty="0"/>
              <a:t>이예서</a:t>
            </a:r>
          </a:p>
        </p:txBody>
      </p:sp>
    </p:spTree>
    <p:extLst>
      <p:ext uri="{BB962C8B-B14F-4D97-AF65-F5344CB8AC3E}">
        <p14:creationId xmlns:p14="http://schemas.microsoft.com/office/powerpoint/2010/main" val="341817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E3F571-3F49-6107-C2B4-E99D919F3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5" y="2333472"/>
            <a:ext cx="5577327" cy="2191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EF114-2398-D6F5-3926-7AEA9706276C}"/>
              </a:ext>
            </a:extLst>
          </p:cNvPr>
          <p:cNvSpPr txBox="1"/>
          <p:nvPr/>
        </p:nvSpPr>
        <p:spPr>
          <a:xfrm>
            <a:off x="5938683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데이터 준비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소득 카테고리의 비율 유지를 위해 계층별 샘플링을 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전체 데이터셋의 소득 분포가 훈련과 테스트 세트에서도 동일하게 유지되도록 보장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일반적인 무작위 샘플링으로 인한 데이터 편향을 방지하는 것이 목적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StratifiedShuffleSplit</a:t>
            </a:r>
            <a:r>
              <a:rPr lang="ko-KR" altLang="en-US" dirty="0"/>
              <a:t>을 사용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3A2D3-9897-B1DA-1205-9853C1578FA7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2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1096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AFA8-10C4-47DA-160D-7B9F70C6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1C658E7-10C5-F433-BFEC-6FAB044BF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99" y="1307625"/>
            <a:ext cx="5758015" cy="4242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03D66A-4473-BA8F-BF53-F71EB1298A2B}"/>
              </a:ext>
            </a:extLst>
          </p:cNvPr>
          <p:cNvSpPr txBox="1"/>
          <p:nvPr/>
        </p:nvSpPr>
        <p:spPr>
          <a:xfrm>
            <a:off x="6096000" y="171303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데이터 탐색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  <a:p>
            <a:r>
              <a:rPr lang="ko-KR" altLang="en-US" dirty="0"/>
              <a:t>훈련 세트를 가지고 분석하고 시각화를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주택 가격은 중간 소득과 가장 강한 양의 상관관계가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지리적 시각화에서 해안가와 대도시 근처에 주택 가격이 높은 연관관계가 형성됨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이를 토대로 </a:t>
            </a:r>
            <a:r>
              <a:rPr lang="en-US" altLang="ko-KR" dirty="0" err="1"/>
              <a:t>rooms_per_household</a:t>
            </a:r>
            <a:r>
              <a:rPr lang="ko-KR" altLang="en-US" dirty="0"/>
              <a:t> 같은 새로운 함수를 </a:t>
            </a:r>
            <a:r>
              <a:rPr lang="ko-KR" altLang="en-US" dirty="0" err="1"/>
              <a:t>만듬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5B603-6165-CCC9-4BC7-9CAFD34661B4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2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644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5ECA-E97B-72A1-D56C-905DAA6D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8BEBF5-3995-EAB7-A47D-E8A114875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4" y="2500183"/>
            <a:ext cx="5933513" cy="1857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8AC88B-5CD4-3E89-D995-F3AAAAA323D1}"/>
              </a:ext>
            </a:extLst>
          </p:cNvPr>
          <p:cNvSpPr txBox="1"/>
          <p:nvPr/>
        </p:nvSpPr>
        <p:spPr>
          <a:xfrm>
            <a:off x="6164825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자동화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 err="1"/>
              <a:t>전처리</a:t>
            </a:r>
            <a:r>
              <a:rPr lang="ko-KR" altLang="en-US" dirty="0"/>
              <a:t> 단계를 순차적으로 적용하고 자동화하기 위해 </a:t>
            </a:r>
            <a:r>
              <a:rPr lang="en-US" altLang="ko-KR" dirty="0"/>
              <a:t>Pipeline</a:t>
            </a:r>
            <a:r>
              <a:rPr lang="ko-KR" altLang="en-US" dirty="0"/>
              <a:t>을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수치형 파이프라인은 </a:t>
            </a:r>
            <a:r>
              <a:rPr lang="ko-KR" altLang="en-US" dirty="0" err="1"/>
              <a:t>결측치</a:t>
            </a:r>
            <a:r>
              <a:rPr lang="ko-KR" altLang="en-US" dirty="0"/>
              <a:t> 처리</a:t>
            </a:r>
            <a:r>
              <a:rPr lang="en-US" altLang="ko-KR" dirty="0"/>
              <a:t>, </a:t>
            </a:r>
            <a:r>
              <a:rPr lang="ko-KR" altLang="en-US" dirty="0"/>
              <a:t>새로운 특성</a:t>
            </a:r>
            <a:r>
              <a:rPr lang="en-US" altLang="ko-KR" dirty="0"/>
              <a:t>, </a:t>
            </a:r>
            <a:r>
              <a:rPr lang="ko-KR" altLang="en-US" dirty="0"/>
              <a:t>스케일링</a:t>
            </a:r>
            <a:r>
              <a:rPr lang="en-US" altLang="ko-KR" dirty="0"/>
              <a:t> </a:t>
            </a:r>
            <a:r>
              <a:rPr lang="ko-KR" altLang="en-US" dirty="0"/>
              <a:t>단계를 포함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수치형과 범주형 데이터에 다른 변환을 동시에 적용하기 위해 </a:t>
            </a:r>
            <a:r>
              <a:rPr lang="en-US" altLang="ko-KR" dirty="0"/>
              <a:t>ColumnTransformer</a:t>
            </a:r>
            <a:r>
              <a:rPr lang="ko-KR" altLang="en-US" dirty="0"/>
              <a:t>를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</a:t>
            </a:r>
            <a:r>
              <a:rPr lang="en-US" altLang="ko-KR" dirty="0"/>
              <a:t>-</a:t>
            </a:r>
            <a:r>
              <a:rPr lang="ko-KR" altLang="en-US" dirty="0"/>
              <a:t>테스트 세트 간 정보 교환을 막음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9C0B7-4C28-3A9A-8F4A-7D5B07DE1374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2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37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6636-58FF-1F3A-1210-9DB51361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234544-FF3C-8486-7098-79D4ED45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2285840"/>
            <a:ext cx="6030167" cy="2286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08CC7A-773A-2FFE-E79A-67FA6C05D21B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2</a:t>
            </a:r>
            <a:endParaRPr lang="ko-KR" alt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353E7-F079-34FC-AACB-98DAF3A6E45F}"/>
              </a:ext>
            </a:extLst>
          </p:cNvPr>
          <p:cNvSpPr txBox="1"/>
          <p:nvPr/>
        </p:nvSpPr>
        <p:spPr>
          <a:xfrm>
            <a:off x="6096000" y="185933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모델 선택 및 교차 검증을 통한 성능 평가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  <a:p>
            <a:r>
              <a:rPr lang="ko-KR" altLang="en-US" dirty="0" err="1"/>
              <a:t>전처리된</a:t>
            </a:r>
            <a:r>
              <a:rPr lang="ko-KR" altLang="en-US" dirty="0"/>
              <a:t> 데이터로 랜덤 포레스트 훈련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모델이 새로운 데이터에도 잘 작동하는지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교차 검증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성능 지표는 </a:t>
            </a:r>
            <a:r>
              <a:rPr lang="en-US" altLang="ko-KR" dirty="0"/>
              <a:t>RMSE</a:t>
            </a:r>
            <a:r>
              <a:rPr lang="ko-KR" altLang="en-US" dirty="0"/>
              <a:t>를 채택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10</a:t>
            </a:r>
            <a:r>
              <a:rPr lang="ko-KR" altLang="en-US" dirty="0"/>
              <a:t>개의 </a:t>
            </a:r>
            <a:r>
              <a:rPr lang="en-US" altLang="ko-KR" dirty="0"/>
              <a:t>RMSE </a:t>
            </a:r>
            <a:r>
              <a:rPr lang="ko-KR" altLang="en-US" dirty="0"/>
              <a:t>점수와 평균</a:t>
            </a:r>
            <a:r>
              <a:rPr lang="en-US" altLang="ko-KR" dirty="0"/>
              <a:t>/</a:t>
            </a:r>
            <a:r>
              <a:rPr lang="ko-KR" altLang="en-US" dirty="0"/>
              <a:t>표준 편차를 확인하여</a:t>
            </a:r>
            <a:r>
              <a:rPr lang="en-US" altLang="ko-KR" dirty="0"/>
              <a:t>, </a:t>
            </a:r>
            <a:r>
              <a:rPr lang="ko-KR" altLang="en-US" dirty="0"/>
              <a:t>모델이 </a:t>
            </a:r>
            <a:r>
              <a:rPr lang="ko-KR" altLang="en-US" dirty="0" err="1"/>
              <a:t>과적합</a:t>
            </a:r>
            <a:r>
              <a:rPr lang="ko-KR" altLang="en-US" dirty="0"/>
              <a:t> 상태가 아닌지 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7026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31E9-11B9-68B8-2AD8-098A2CEF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9C5B0F-C19E-305E-4AAF-73C69BF77A7D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3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8D8961-8CAF-F334-97B5-D04543CC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31" y="2776446"/>
            <a:ext cx="5106113" cy="1305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DF912-B351-53CE-DEBA-425493FC4144}"/>
              </a:ext>
            </a:extLst>
          </p:cNvPr>
          <p:cNvSpPr txBox="1"/>
          <p:nvPr/>
        </p:nvSpPr>
        <p:spPr>
          <a:xfrm>
            <a:off x="5787869" y="199783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분류 모델 훈련 및 오차 행렬 확보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  <a:p>
            <a:r>
              <a:rPr lang="en-US" altLang="ko-KR" dirty="0"/>
              <a:t>MNIST </a:t>
            </a:r>
            <a:r>
              <a:rPr lang="ko-KR" altLang="en-US" dirty="0"/>
              <a:t>데이터셋을 사용하여 </a:t>
            </a:r>
            <a:r>
              <a:rPr lang="en-US" altLang="ko-KR" dirty="0"/>
              <a:t>'</a:t>
            </a:r>
            <a:r>
              <a:rPr lang="ko-KR" altLang="en-US" dirty="0"/>
              <a:t>숫자 </a:t>
            </a:r>
            <a:r>
              <a:rPr lang="en-US" altLang="ko-KR" dirty="0"/>
              <a:t>5'</a:t>
            </a:r>
            <a:r>
              <a:rPr lang="ko-KR" altLang="en-US" dirty="0"/>
              <a:t>인지 아닌지를 판별하는 모델 훈련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SGD </a:t>
            </a:r>
            <a:r>
              <a:rPr lang="ko-KR" altLang="en-US" dirty="0"/>
              <a:t>분류기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오차 행렬을 만들기 위해</a:t>
            </a:r>
            <a:r>
              <a:rPr lang="en-US" altLang="ko-KR" dirty="0"/>
              <a:t>, </a:t>
            </a:r>
            <a:r>
              <a:rPr lang="en-US" altLang="ko-KR" dirty="0" err="1"/>
              <a:t>cross_val_predict</a:t>
            </a:r>
            <a:r>
              <a:rPr lang="ko-KR" altLang="en-US" dirty="0"/>
              <a:t>를 사용하여 훈련 세트 전체에 대한 예측 결과 얻음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정밀도</a:t>
            </a:r>
            <a:r>
              <a:rPr lang="en-US" altLang="ko-KR" dirty="0"/>
              <a:t>/</a:t>
            </a:r>
            <a:r>
              <a:rPr lang="ko-KR" altLang="en-US" dirty="0" err="1"/>
              <a:t>재현율</a:t>
            </a:r>
            <a:r>
              <a:rPr lang="ko-KR" altLang="en-US" dirty="0"/>
              <a:t> 트레이드오프 분석을 위해 모델이 각 샘플에 부여한 결정 점수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0333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541E-7843-E752-B40D-C0E30DF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B9A593-6C4B-A14F-07E1-EC2AD5864D32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3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0ACF6C-FEE2-CF14-2D64-8C62A5240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38" y="2109603"/>
            <a:ext cx="5515745" cy="2638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41355-3B6F-D89E-102E-8449BEDB3B3D}"/>
              </a:ext>
            </a:extLst>
          </p:cNvPr>
          <p:cNvSpPr txBox="1"/>
          <p:nvPr/>
        </p:nvSpPr>
        <p:spPr>
          <a:xfrm>
            <a:off x="5938683" y="187171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오차 행렬 및 주요 지표 분석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  <a:p>
            <a:r>
              <a:rPr lang="ko-KR" altLang="en-US" dirty="0"/>
              <a:t>분류기의 성능 평가하기 위해 오차 행렬을 계산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오차 행렬은 실제 클래스와 예측된 클래스를 </a:t>
            </a:r>
            <a:r>
              <a:rPr lang="ko-KR" altLang="en-US" dirty="0" err="1"/>
              <a:t>교차시켜</a:t>
            </a:r>
            <a:r>
              <a:rPr lang="ko-KR" altLang="en-US" dirty="0"/>
              <a:t> </a:t>
            </a:r>
            <a:r>
              <a:rPr lang="en-US" altLang="ko-KR" dirty="0"/>
              <a:t>TP, FP, FN, TN</a:t>
            </a:r>
            <a:r>
              <a:rPr lang="ko-KR" altLang="en-US" dirty="0"/>
              <a:t> 네 가지 결과를 보여줌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행렬을 통해 정밀도와 재현율을 계산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정밀도는 </a:t>
            </a:r>
            <a:r>
              <a:rPr lang="en-US" altLang="ko-KR" dirty="0"/>
              <a:t>1 </a:t>
            </a:r>
            <a:r>
              <a:rPr lang="ko-KR" altLang="en-US" dirty="0"/>
              <a:t>로 예측한 것 중 실제 </a:t>
            </a:r>
            <a:r>
              <a:rPr lang="en-US" altLang="ko-KR" dirty="0"/>
              <a:t>1</a:t>
            </a:r>
            <a:r>
              <a:rPr lang="ko-KR" altLang="en-US" dirty="0"/>
              <a:t> 인 비율</a:t>
            </a:r>
            <a:endParaRPr lang="en-US" altLang="ko-KR" dirty="0"/>
          </a:p>
          <a:p>
            <a:r>
              <a:rPr lang="en-US" altLang="ko-KR" dirty="0"/>
              <a:t>FP</a:t>
            </a:r>
            <a:r>
              <a:rPr lang="ko-KR" altLang="en-US" dirty="0"/>
              <a:t>를 줄이는데 중요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재현율은 실제 </a:t>
            </a:r>
            <a:r>
              <a:rPr lang="en-US" altLang="ko-KR" dirty="0"/>
              <a:t>1 </a:t>
            </a:r>
            <a:r>
              <a:rPr lang="ko-KR" altLang="en-US" dirty="0"/>
              <a:t>인 것 중 모델이 올바르게 찾은 비율</a:t>
            </a:r>
            <a:endParaRPr lang="en-US" altLang="ko-KR" dirty="0"/>
          </a:p>
          <a:p>
            <a:r>
              <a:rPr lang="en-US" altLang="ko-KR" dirty="0"/>
              <a:t>FN</a:t>
            </a:r>
            <a:r>
              <a:rPr lang="ko-KR" altLang="en-US" dirty="0"/>
              <a:t>를 줄이는데 중요</a:t>
            </a:r>
            <a:endParaRPr lang="ko-KR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27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6CD8-3BC6-2BBF-D6D1-47BBDA8B3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1BB32-160B-D2D6-9FBC-51453ADDB6B2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3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361B09-08F1-A770-C15D-26F0ECA44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00183"/>
            <a:ext cx="6017342" cy="179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2D19D4-6C6B-4B55-EA83-ABBC12BDC1A0}"/>
              </a:ext>
            </a:extLst>
          </p:cNvPr>
          <p:cNvSpPr txBox="1"/>
          <p:nvPr/>
        </p:nvSpPr>
        <p:spPr>
          <a:xfrm>
            <a:off x="6017343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정밀도</a:t>
            </a:r>
            <a:r>
              <a:rPr lang="en-US" altLang="ko-KR" b="1" dirty="0"/>
              <a:t>-</a:t>
            </a:r>
            <a:r>
              <a:rPr lang="ko-KR" altLang="en-US" b="1" dirty="0" err="1"/>
              <a:t>재현율</a:t>
            </a:r>
            <a:r>
              <a:rPr lang="ko-KR" altLang="en-US" b="1" dirty="0"/>
              <a:t> </a:t>
            </a:r>
            <a:r>
              <a:rPr lang="ko-KR" altLang="en-US" b="1" dirty="0" err="1"/>
              <a:t>임계값</a:t>
            </a:r>
            <a:r>
              <a:rPr lang="ko-KR" altLang="en-US" b="1" dirty="0"/>
              <a:t> 조정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  <a:p>
            <a:r>
              <a:rPr lang="ko-KR" altLang="en-US" dirty="0"/>
              <a:t>정밀도와 재현율은 일반적으로 서로 반비례 관계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precision_recall_curve</a:t>
            </a:r>
            <a:r>
              <a:rPr lang="ko-KR" altLang="en-US" dirty="0"/>
              <a:t> 함수를 사용하여 결정 </a:t>
            </a:r>
            <a:r>
              <a:rPr lang="ko-KR" altLang="en-US" dirty="0" err="1"/>
              <a:t>임계값에</a:t>
            </a:r>
            <a:r>
              <a:rPr lang="ko-KR" altLang="en-US" dirty="0"/>
              <a:t> 해당하는 정밀도와 재현율을 계산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임계값을</a:t>
            </a:r>
            <a:r>
              <a:rPr lang="ko-KR" altLang="en-US" dirty="0"/>
              <a:t> 조정함으로써</a:t>
            </a:r>
            <a:r>
              <a:rPr lang="en-US" altLang="ko-KR" dirty="0"/>
              <a:t>, </a:t>
            </a:r>
            <a:r>
              <a:rPr lang="ko-KR" altLang="en-US" dirty="0"/>
              <a:t>원하는 성능 조합을 가진 분류기를 만들기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6497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837F4-612E-FB1E-71BE-F5D8B16D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AF280-18B9-BFFB-55FA-F7C696B88B2E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3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5AACB3-49D9-9D7A-E104-A4CA2CFB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11" y="2932597"/>
            <a:ext cx="5424111" cy="99280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D19E43-970E-7E88-167C-8F6BE140E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3478"/>
              </p:ext>
            </p:extLst>
          </p:nvPr>
        </p:nvGraphicFramePr>
        <p:xfrm>
          <a:off x="6096000" y="2148840"/>
          <a:ext cx="5424111" cy="2560320"/>
        </p:xfrm>
        <a:graphic>
          <a:graphicData uri="http://schemas.openxmlformats.org/drawingml/2006/table">
            <a:tbl>
              <a:tblPr/>
              <a:tblGrid>
                <a:gridCol w="5424111">
                  <a:extLst>
                    <a:ext uri="{9D8B030D-6E8A-4147-A177-3AD203B41FA5}">
                      <a16:colId xmlns:a16="http://schemas.microsoft.com/office/drawing/2014/main" val="3666622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b="1" dirty="0"/>
                        <a:t>4. ROC </a:t>
                      </a:r>
                      <a:r>
                        <a:rPr lang="ko-KR" altLang="en-US" b="1" dirty="0"/>
                        <a:t>곡선 및 </a:t>
                      </a:r>
                      <a:r>
                        <a:rPr lang="en-US" altLang="ko-KR" b="1" dirty="0"/>
                        <a:t>AUC </a:t>
                      </a:r>
                      <a:r>
                        <a:rPr lang="ko-KR" altLang="en-US" b="1" dirty="0"/>
                        <a:t>평가</a:t>
                      </a:r>
                      <a:endParaRPr lang="en-US" altLang="ko-KR" b="1" dirty="0"/>
                    </a:p>
                    <a:p>
                      <a:endParaRPr lang="en-US" altLang="ko-KR" b="1" dirty="0"/>
                    </a:p>
                    <a:p>
                      <a:endParaRPr lang="ko-KR" altLang="en-US" b="1" dirty="0"/>
                    </a:p>
                    <a:p>
                      <a:r>
                        <a:rPr lang="ko-KR" altLang="en-US" b="0" dirty="0"/>
                        <a:t>모델의 전반적인 성능을 평가하기 위해 </a:t>
                      </a:r>
                      <a:r>
                        <a:rPr lang="en-US" altLang="ko-KR" b="0" dirty="0"/>
                        <a:t>ROC </a:t>
                      </a:r>
                      <a:r>
                        <a:rPr lang="ko-KR" altLang="en-US" b="0" dirty="0"/>
                        <a:t>곡선을 활용합니다</a:t>
                      </a:r>
                      <a:r>
                        <a:rPr lang="en-US" altLang="ko-KR" b="0" dirty="0"/>
                        <a:t>. </a:t>
                      </a:r>
                    </a:p>
                    <a:p>
                      <a:endParaRPr lang="en-US" altLang="ko-KR" b="0" dirty="0"/>
                    </a:p>
                    <a:p>
                      <a:r>
                        <a:rPr lang="ko-KR" altLang="en-US" b="0" dirty="0"/>
                        <a:t>좋은 모델은 </a:t>
                      </a:r>
                      <a:r>
                        <a:rPr lang="en-US" altLang="ko-KR" b="0" dirty="0"/>
                        <a:t>ROC </a:t>
                      </a:r>
                      <a:r>
                        <a:rPr lang="ko-KR" altLang="en-US" b="0" dirty="0"/>
                        <a:t>곡선이 </a:t>
                      </a:r>
                      <a:r>
                        <a:rPr lang="en-US" altLang="ko-KR" b="0" dirty="0"/>
                        <a:t>y</a:t>
                      </a:r>
                      <a:r>
                        <a:rPr lang="ko-KR" altLang="en-US" b="0" dirty="0"/>
                        <a:t>축에 가까울수록 좋음</a:t>
                      </a:r>
                      <a:endParaRPr lang="en-US" altLang="ko-KR" b="0" dirty="0"/>
                    </a:p>
                    <a:p>
                      <a:endParaRPr lang="en-US" altLang="ko-KR" b="0" dirty="0"/>
                    </a:p>
                    <a:p>
                      <a:r>
                        <a:rPr lang="ko-KR" altLang="en-US" b="0" dirty="0"/>
                        <a:t>곡선 아래의 면적인 </a:t>
                      </a:r>
                      <a:r>
                        <a:rPr lang="en-US" altLang="ko-KR" b="0" dirty="0"/>
                        <a:t>AUC</a:t>
                      </a:r>
                      <a:r>
                        <a:rPr lang="ko-KR" altLang="en-US" b="0" dirty="0"/>
                        <a:t>는 </a:t>
                      </a:r>
                      <a:r>
                        <a:rPr lang="en-US" altLang="ko-KR" b="0" dirty="0"/>
                        <a:t>1</a:t>
                      </a:r>
                      <a:r>
                        <a:rPr lang="ko-KR" altLang="en-US" b="0" dirty="0"/>
                        <a:t>에 가까울수록 좋음</a:t>
                      </a:r>
                      <a:endParaRPr lang="en-US" altLang="ko-KR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6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0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2430</TotalTime>
  <Words>381</Words>
  <Application>Microsoft Office PowerPoint</Application>
  <PresentationFormat>와이드스크린</PresentationFormat>
  <Paragraphs>98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예서 이</dc:creator>
  <cp:lastModifiedBy>예서 이</cp:lastModifiedBy>
  <cp:revision>1</cp:revision>
  <dcterms:created xsi:type="dcterms:W3CDTF">2025-10-09T10:19:11Z</dcterms:created>
  <dcterms:modified xsi:type="dcterms:W3CDTF">2025-10-14T02:35:51Z</dcterms:modified>
</cp:coreProperties>
</file>