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56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E9DACD-9CFE-44FB-8960-951667EA84B2}" v="360" dt="2025-10-31T13:05:49.2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예서 이" userId="1914c1b7e6e8aa8a" providerId="LiveId" clId="{31682009-83AD-421F-8587-EED1CE8850B3}"/>
    <pc:docChg chg="undo custSel modSld">
      <pc:chgData name="예서 이" userId="1914c1b7e6e8aa8a" providerId="LiveId" clId="{31682009-83AD-421F-8587-EED1CE8850B3}" dt="2025-10-14T02:35:50.478" v="751" actId="20577"/>
      <pc:docMkLst>
        <pc:docMk/>
      </pc:docMkLst>
      <pc:sldChg chg="modSp mod">
        <pc:chgData name="예서 이" userId="1914c1b7e6e8aa8a" providerId="LiveId" clId="{31682009-83AD-421F-8587-EED1CE8850B3}" dt="2025-10-14T02:16:38.651" v="98" actId="1076"/>
        <pc:sldMkLst>
          <pc:docMk/>
          <pc:sldMk cId="3210960253" sldId="256"/>
        </pc:sldMkLst>
        <pc:spChg chg="mod">
          <ac:chgData name="예서 이" userId="1914c1b7e6e8aa8a" providerId="LiveId" clId="{31682009-83AD-421F-8587-EED1CE8850B3}" dt="2025-10-14T02:16:38.651" v="98" actId="1076"/>
          <ac:spMkLst>
            <pc:docMk/>
            <pc:sldMk cId="3210960253" sldId="256"/>
            <ac:spMk id="7" creationId="{8E9EF114-2398-D6F5-3926-7AEA9706276C}"/>
          </ac:spMkLst>
        </pc:spChg>
      </pc:sldChg>
      <pc:sldChg chg="modSp mod">
        <pc:chgData name="예서 이" userId="1914c1b7e6e8aa8a" providerId="LiveId" clId="{31682009-83AD-421F-8587-EED1CE8850B3}" dt="2025-10-14T02:18:47.482" v="204" actId="1076"/>
        <pc:sldMkLst>
          <pc:docMk/>
          <pc:sldMk cId="1996442439" sldId="257"/>
        </pc:sldMkLst>
      </pc:sldChg>
      <pc:sldChg chg="addSp modSp mod">
        <pc:chgData name="예서 이" userId="1914c1b7e6e8aa8a" providerId="LiveId" clId="{31682009-83AD-421F-8587-EED1CE8850B3}" dt="2025-10-14T02:25:58.845" v="380" actId="20577"/>
        <pc:sldMkLst>
          <pc:docMk/>
          <pc:sldMk cId="4153371155" sldId="258"/>
        </pc:sldMkLst>
      </pc:sldChg>
      <pc:sldChg chg="modSp mod">
        <pc:chgData name="예서 이" userId="1914c1b7e6e8aa8a" providerId="LiveId" clId="{31682009-83AD-421F-8587-EED1CE8850B3}" dt="2025-10-14T02:35:50.478" v="751" actId="20577"/>
        <pc:sldMkLst>
          <pc:docMk/>
          <pc:sldMk cId="3418178228" sldId="259"/>
        </pc:sldMkLst>
        <pc:spChg chg="mod">
          <ac:chgData name="예서 이" userId="1914c1b7e6e8aa8a" providerId="LiveId" clId="{31682009-83AD-421F-8587-EED1CE8850B3}" dt="2025-10-14T02:35:50.478" v="751" actId="20577"/>
          <ac:spMkLst>
            <pc:docMk/>
            <pc:sldMk cId="3418178228" sldId="259"/>
            <ac:spMk id="2" creationId="{9360E253-5CD5-1A1C-C640-6AB23C687C6D}"/>
          </ac:spMkLst>
        </pc:spChg>
      </pc:sldChg>
      <pc:sldChg chg="modSp mod">
        <pc:chgData name="예서 이" userId="1914c1b7e6e8aa8a" providerId="LiveId" clId="{31682009-83AD-421F-8587-EED1CE8850B3}" dt="2025-10-14T02:24:06.114" v="285"/>
        <pc:sldMkLst>
          <pc:docMk/>
          <pc:sldMk cId="570266069" sldId="260"/>
        </pc:sldMkLst>
      </pc:sldChg>
      <pc:sldChg chg="modSp mod">
        <pc:chgData name="예서 이" userId="1914c1b7e6e8aa8a" providerId="LiveId" clId="{31682009-83AD-421F-8587-EED1CE8850B3}" dt="2025-10-14T02:30:20.216" v="475" actId="20577"/>
        <pc:sldMkLst>
          <pc:docMk/>
          <pc:sldMk cId="3603335192" sldId="261"/>
        </pc:sldMkLst>
      </pc:sldChg>
      <pc:sldChg chg="modSp mod">
        <pc:chgData name="예서 이" userId="1914c1b7e6e8aa8a" providerId="LiveId" clId="{31682009-83AD-421F-8587-EED1CE8850B3}" dt="2025-10-14T02:32:29.260" v="592" actId="20577"/>
        <pc:sldMkLst>
          <pc:docMk/>
          <pc:sldMk cId="2362272529" sldId="262"/>
        </pc:sldMkLst>
      </pc:sldChg>
      <pc:sldChg chg="modSp mod">
        <pc:chgData name="예서 이" userId="1914c1b7e6e8aa8a" providerId="LiveId" clId="{31682009-83AD-421F-8587-EED1CE8850B3}" dt="2025-10-14T02:33:44.450" v="661" actId="1076"/>
        <pc:sldMkLst>
          <pc:docMk/>
          <pc:sldMk cId="3146497588" sldId="263"/>
        </pc:sldMkLst>
      </pc:sldChg>
      <pc:sldChg chg="modSp mod">
        <pc:chgData name="예서 이" userId="1914c1b7e6e8aa8a" providerId="LiveId" clId="{31682009-83AD-421F-8587-EED1CE8850B3}" dt="2025-10-14T02:35:26.050" v="747" actId="1076"/>
        <pc:sldMkLst>
          <pc:docMk/>
          <pc:sldMk cId="72000658" sldId="264"/>
        </pc:sldMkLst>
      </pc:sldChg>
    </pc:docChg>
  </pc:docChgLst>
  <pc:docChgLst>
    <pc:chgData name="예서 이" userId="1914c1b7e6e8aa8a" providerId="LiveId" clId="{4F659EE3-8003-46ED-9E8F-0C50C411410D}"/>
    <pc:docChg chg="undo custSel addSld delSld modSld sldOrd modMainMaster">
      <pc:chgData name="예서 이" userId="1914c1b7e6e8aa8a" providerId="LiveId" clId="{4F659EE3-8003-46ED-9E8F-0C50C411410D}" dt="2025-10-31T13:05:49.229" v="4143"/>
      <pc:docMkLst>
        <pc:docMk/>
      </pc:docMkLst>
      <pc:sldChg chg="addSp delSp modSp new mod">
        <pc:chgData name="예서 이" userId="1914c1b7e6e8aa8a" providerId="LiveId" clId="{4F659EE3-8003-46ED-9E8F-0C50C411410D}" dt="2025-10-31T12:34:19.728" v="823" actId="20577"/>
        <pc:sldMkLst>
          <pc:docMk/>
          <pc:sldMk cId="3210960253" sldId="256"/>
        </pc:sldMkLst>
        <pc:spChg chg="add">
          <ac:chgData name="예서 이" userId="1914c1b7e6e8aa8a" providerId="LiveId" clId="{4F659EE3-8003-46ED-9E8F-0C50C411410D}" dt="2025-10-31T12:29:56.789" v="401"/>
          <ac:spMkLst>
            <pc:docMk/>
            <pc:sldMk cId="3210960253" sldId="256"/>
            <ac:spMk id="5" creationId="{B06C9898-2BAF-EE37-1BDF-AD635BA306AE}"/>
          </ac:spMkLst>
        </pc:spChg>
        <pc:spChg chg="add">
          <ac:chgData name="예서 이" userId="1914c1b7e6e8aa8a" providerId="LiveId" clId="{4F659EE3-8003-46ED-9E8F-0C50C411410D}" dt="2025-10-31T12:32:14.614" v="809"/>
          <ac:spMkLst>
            <pc:docMk/>
            <pc:sldMk cId="3210960253" sldId="256"/>
            <ac:spMk id="6" creationId="{F833F5A9-2847-AC11-7AE9-C10143A2296C}"/>
          </ac:spMkLst>
        </pc:spChg>
        <pc:spChg chg="add mod">
          <ac:chgData name="예서 이" userId="1914c1b7e6e8aa8a" providerId="LiveId" clId="{4F659EE3-8003-46ED-9E8F-0C50C411410D}" dt="2025-10-31T12:34:19.728" v="823" actId="20577"/>
          <ac:spMkLst>
            <pc:docMk/>
            <pc:sldMk cId="3210960253" sldId="256"/>
            <ac:spMk id="7" creationId="{8E9EF114-2398-D6F5-3926-7AEA9706276C}"/>
          </ac:spMkLst>
        </pc:spChg>
        <pc:spChg chg="add mod">
          <ac:chgData name="예서 이" userId="1914c1b7e6e8aa8a" providerId="LiveId" clId="{4F659EE3-8003-46ED-9E8F-0C50C411410D}" dt="2025-10-31T12:22:29.447" v="396" actId="20577"/>
          <ac:spMkLst>
            <pc:docMk/>
            <pc:sldMk cId="3210960253" sldId="256"/>
            <ac:spMk id="8" creationId="{AE73A2D3-9897-B1DA-1205-9853C1578FA7}"/>
          </ac:spMkLst>
        </pc:spChg>
        <pc:picChg chg="add del mod">
          <ac:chgData name="예서 이" userId="1914c1b7e6e8aa8a" providerId="LiveId" clId="{4F659EE3-8003-46ED-9E8F-0C50C411410D}" dt="2025-10-31T12:29:36.142" v="397" actId="478"/>
          <ac:picMkLst>
            <pc:docMk/>
            <pc:sldMk cId="3210960253" sldId="256"/>
            <ac:picMk id="3" creationId="{6AE3F571-3F49-6107-C2B4-E99D919F3BBF}"/>
          </ac:picMkLst>
        </pc:picChg>
        <pc:picChg chg="add mod">
          <ac:chgData name="예서 이" userId="1914c1b7e6e8aa8a" providerId="LiveId" clId="{4F659EE3-8003-46ED-9E8F-0C50C411410D}" dt="2025-10-31T12:29:41.903" v="399" actId="1076"/>
          <ac:picMkLst>
            <pc:docMk/>
            <pc:sldMk cId="3210960253" sldId="256"/>
            <ac:picMk id="4" creationId="{40C9E05A-9EDD-BE28-EE74-3ADB3D3D363A}"/>
          </ac:picMkLst>
        </pc:picChg>
      </pc:sldChg>
      <pc:sldChg chg="addSp delSp modSp add del mod">
        <pc:chgData name="예서 이" userId="1914c1b7e6e8aa8a" providerId="LiveId" clId="{4F659EE3-8003-46ED-9E8F-0C50C411410D}" dt="2025-10-31T12:22:24.637" v="386" actId="47"/>
        <pc:sldMkLst>
          <pc:docMk/>
          <pc:sldMk cId="1996442439" sldId="257"/>
        </pc:sldMkLst>
      </pc:sldChg>
      <pc:sldChg chg="addSp delSp modSp add del mod">
        <pc:chgData name="예서 이" userId="1914c1b7e6e8aa8a" providerId="LiveId" clId="{4F659EE3-8003-46ED-9E8F-0C50C411410D}" dt="2025-10-31T12:22:24.790" v="387" actId="47"/>
        <pc:sldMkLst>
          <pc:docMk/>
          <pc:sldMk cId="4153371155" sldId="258"/>
        </pc:sldMkLst>
      </pc:sldChg>
      <pc:sldChg chg="delSp add del mod">
        <pc:chgData name="예서 이" userId="1914c1b7e6e8aa8a" providerId="LiveId" clId="{4F659EE3-8003-46ED-9E8F-0C50C411410D}" dt="2025-10-12T03:27:36.064" v="29" actId="47"/>
        <pc:sldMkLst>
          <pc:docMk/>
          <pc:sldMk cId="1979553297" sldId="259"/>
        </pc:sldMkLst>
      </pc:sldChg>
      <pc:sldChg chg="addSp delSp modSp add mod ord">
        <pc:chgData name="예서 이" userId="1914c1b7e6e8aa8a" providerId="LiveId" clId="{4F659EE3-8003-46ED-9E8F-0C50C411410D}" dt="2025-10-31T12:22:15.367" v="385" actId="20577"/>
        <pc:sldMkLst>
          <pc:docMk/>
          <pc:sldMk cId="3418178228" sldId="259"/>
        </pc:sldMkLst>
        <pc:spChg chg="add mod">
          <ac:chgData name="예서 이" userId="1914c1b7e6e8aa8a" providerId="LiveId" clId="{4F659EE3-8003-46ED-9E8F-0C50C411410D}" dt="2025-10-31T12:22:15.367" v="385" actId="20577"/>
          <ac:spMkLst>
            <pc:docMk/>
            <pc:sldMk cId="3418178228" sldId="259"/>
            <ac:spMk id="2" creationId="{9360E253-5CD5-1A1C-C640-6AB23C687C6D}"/>
          </ac:spMkLst>
        </pc:spChg>
      </pc:sldChg>
      <pc:sldChg chg="addSp modSp add del mod">
        <pc:chgData name="예서 이" userId="1914c1b7e6e8aa8a" providerId="LiveId" clId="{4F659EE3-8003-46ED-9E8F-0C50C411410D}" dt="2025-10-31T12:22:24.961" v="388" actId="47"/>
        <pc:sldMkLst>
          <pc:docMk/>
          <pc:sldMk cId="570266069" sldId="260"/>
        </pc:sldMkLst>
      </pc:sldChg>
      <pc:sldChg chg="add del">
        <pc:chgData name="예서 이" userId="1914c1b7e6e8aa8a" providerId="LiveId" clId="{4F659EE3-8003-46ED-9E8F-0C50C411410D}" dt="2025-10-12T03:27:34.130" v="24" actId="47"/>
        <pc:sldMkLst>
          <pc:docMk/>
          <pc:sldMk cId="1667666494" sldId="260"/>
        </pc:sldMkLst>
      </pc:sldChg>
      <pc:sldChg chg="addSp delSp modSp add mod">
        <pc:chgData name="예서 이" userId="1914c1b7e6e8aa8a" providerId="LiveId" clId="{4F659EE3-8003-46ED-9E8F-0C50C411410D}" dt="2025-10-31T12:46:35.296" v="1429" actId="20577"/>
        <pc:sldMkLst>
          <pc:docMk/>
          <pc:sldMk cId="2474957295" sldId="260"/>
        </pc:sldMkLst>
        <pc:spChg chg="mod">
          <ac:chgData name="예서 이" userId="1914c1b7e6e8aa8a" providerId="LiveId" clId="{4F659EE3-8003-46ED-9E8F-0C50C411410D}" dt="2025-10-31T12:46:35.296" v="1429" actId="20577"/>
          <ac:spMkLst>
            <pc:docMk/>
            <pc:sldMk cId="2474957295" sldId="260"/>
            <ac:spMk id="7" creationId="{0E70D458-16A8-ED75-EB01-C3A05203917E}"/>
          </ac:spMkLst>
        </pc:spChg>
        <pc:picChg chg="add mod">
          <ac:chgData name="예서 이" userId="1914c1b7e6e8aa8a" providerId="LiveId" clId="{4F659EE3-8003-46ED-9E8F-0C50C411410D}" dt="2025-10-31T12:44:10.441" v="829" actId="1076"/>
          <ac:picMkLst>
            <pc:docMk/>
            <pc:sldMk cId="2474957295" sldId="260"/>
            <ac:picMk id="3" creationId="{8E01AEB3-89E6-9188-A697-843389EC3BE5}"/>
          </ac:picMkLst>
        </pc:picChg>
        <pc:picChg chg="del">
          <ac:chgData name="예서 이" userId="1914c1b7e6e8aa8a" providerId="LiveId" clId="{4F659EE3-8003-46ED-9E8F-0C50C411410D}" dt="2025-10-31T12:34:27.552" v="825" actId="478"/>
          <ac:picMkLst>
            <pc:docMk/>
            <pc:sldMk cId="2474957295" sldId="260"/>
            <ac:picMk id="4" creationId="{1D59D908-E575-388F-E15C-D7DB2D904B59}"/>
          </ac:picMkLst>
        </pc:picChg>
      </pc:sldChg>
      <pc:sldChg chg="addSp delSp modSp add mod">
        <pc:chgData name="예서 이" userId="1914c1b7e6e8aa8a" providerId="LiveId" clId="{4F659EE3-8003-46ED-9E8F-0C50C411410D}" dt="2025-10-31T12:50:43.900" v="2193" actId="20577"/>
        <pc:sldMkLst>
          <pc:docMk/>
          <pc:sldMk cId="165418218" sldId="261"/>
        </pc:sldMkLst>
        <pc:spChg chg="mod">
          <ac:chgData name="예서 이" userId="1914c1b7e6e8aa8a" providerId="LiveId" clId="{4F659EE3-8003-46ED-9E8F-0C50C411410D}" dt="2025-10-31T12:50:43.900" v="2193" actId="20577"/>
          <ac:spMkLst>
            <pc:docMk/>
            <pc:sldMk cId="165418218" sldId="261"/>
            <ac:spMk id="7" creationId="{C3C7A0F4-E4D4-F7C2-96DE-CD1502E5AE52}"/>
          </ac:spMkLst>
        </pc:spChg>
        <pc:picChg chg="del">
          <ac:chgData name="예서 이" userId="1914c1b7e6e8aa8a" providerId="LiveId" clId="{4F659EE3-8003-46ED-9E8F-0C50C411410D}" dt="2025-10-31T12:47:24.596" v="1431" actId="478"/>
          <ac:picMkLst>
            <pc:docMk/>
            <pc:sldMk cId="165418218" sldId="261"/>
            <ac:picMk id="3" creationId="{E39926F9-ABD0-F070-611C-1F7B2DED731F}"/>
          </ac:picMkLst>
        </pc:picChg>
        <pc:picChg chg="add mod">
          <ac:chgData name="예서 이" userId="1914c1b7e6e8aa8a" providerId="LiveId" clId="{4F659EE3-8003-46ED-9E8F-0C50C411410D}" dt="2025-10-31T12:47:28.579" v="1433" actId="1076"/>
          <ac:picMkLst>
            <pc:docMk/>
            <pc:sldMk cId="165418218" sldId="261"/>
            <ac:picMk id="4" creationId="{00F81DED-1685-78D9-7467-453EF48ECE13}"/>
          </ac:picMkLst>
        </pc:picChg>
      </pc:sldChg>
      <pc:sldChg chg="add del">
        <pc:chgData name="예서 이" userId="1914c1b7e6e8aa8a" providerId="LiveId" clId="{4F659EE3-8003-46ED-9E8F-0C50C411410D}" dt="2025-10-12T03:27:34.954" v="25" actId="47"/>
        <pc:sldMkLst>
          <pc:docMk/>
          <pc:sldMk cId="3540430496" sldId="261"/>
        </pc:sldMkLst>
      </pc:sldChg>
      <pc:sldChg chg="addSp modSp add del mod ord">
        <pc:chgData name="예서 이" userId="1914c1b7e6e8aa8a" providerId="LiveId" clId="{4F659EE3-8003-46ED-9E8F-0C50C411410D}" dt="2025-10-31T12:22:25.361" v="389" actId="47"/>
        <pc:sldMkLst>
          <pc:docMk/>
          <pc:sldMk cId="3603335192" sldId="261"/>
        </pc:sldMkLst>
      </pc:sldChg>
      <pc:sldChg chg="addSp delSp modSp add mod">
        <pc:chgData name="예서 이" userId="1914c1b7e6e8aa8a" providerId="LiveId" clId="{4F659EE3-8003-46ED-9E8F-0C50C411410D}" dt="2025-10-31T12:56:43.238" v="2741" actId="5793"/>
        <pc:sldMkLst>
          <pc:docMk/>
          <pc:sldMk cId="967743581" sldId="262"/>
        </pc:sldMkLst>
        <pc:spChg chg="mod">
          <ac:chgData name="예서 이" userId="1914c1b7e6e8aa8a" providerId="LiveId" clId="{4F659EE3-8003-46ED-9E8F-0C50C411410D}" dt="2025-10-31T12:56:43.238" v="2741" actId="5793"/>
          <ac:spMkLst>
            <pc:docMk/>
            <pc:sldMk cId="967743581" sldId="262"/>
            <ac:spMk id="7" creationId="{79507D37-25AD-03BD-DE0F-C2CB8F30DE91}"/>
          </ac:spMkLst>
        </pc:spChg>
        <pc:picChg chg="add mod">
          <ac:chgData name="예서 이" userId="1914c1b7e6e8aa8a" providerId="LiveId" clId="{4F659EE3-8003-46ED-9E8F-0C50C411410D}" dt="2025-10-31T12:54:39.294" v="2197" actId="1076"/>
          <ac:picMkLst>
            <pc:docMk/>
            <pc:sldMk cId="967743581" sldId="262"/>
            <ac:picMk id="3" creationId="{AD54F5CE-A4FA-F972-F363-4A1F182F39A7}"/>
          </ac:picMkLst>
        </pc:picChg>
        <pc:picChg chg="del">
          <ac:chgData name="예서 이" userId="1914c1b7e6e8aa8a" providerId="LiveId" clId="{4F659EE3-8003-46ED-9E8F-0C50C411410D}" dt="2025-10-31T12:50:47.631" v="2195" actId="478"/>
          <ac:picMkLst>
            <pc:docMk/>
            <pc:sldMk cId="967743581" sldId="262"/>
            <ac:picMk id="4" creationId="{9C2F2781-1F72-9198-FBF7-C9DBC0DF8967}"/>
          </ac:picMkLst>
        </pc:picChg>
      </pc:sldChg>
      <pc:sldChg chg="addSp delSp modSp add del mod">
        <pc:chgData name="예서 이" userId="1914c1b7e6e8aa8a" providerId="LiveId" clId="{4F659EE3-8003-46ED-9E8F-0C50C411410D}" dt="2025-10-31T12:22:25.525" v="390" actId="47"/>
        <pc:sldMkLst>
          <pc:docMk/>
          <pc:sldMk cId="2362272529" sldId="262"/>
        </pc:sldMkLst>
      </pc:sldChg>
      <pc:sldChg chg="add del">
        <pc:chgData name="예서 이" userId="1914c1b7e6e8aa8a" providerId="LiveId" clId="{4F659EE3-8003-46ED-9E8F-0C50C411410D}" dt="2025-10-12T03:27:35.486" v="26" actId="47"/>
        <pc:sldMkLst>
          <pc:docMk/>
          <pc:sldMk cId="3687779319" sldId="262"/>
        </pc:sldMkLst>
      </pc:sldChg>
      <pc:sldChg chg="addSp delSp modSp add mod">
        <pc:chgData name="예서 이" userId="1914c1b7e6e8aa8a" providerId="LiveId" clId="{4F659EE3-8003-46ED-9E8F-0C50C411410D}" dt="2025-10-31T13:00:08.109" v="3222" actId="20577"/>
        <pc:sldMkLst>
          <pc:docMk/>
          <pc:sldMk cId="1028376380" sldId="263"/>
        </pc:sldMkLst>
        <pc:spChg chg="mod">
          <ac:chgData name="예서 이" userId="1914c1b7e6e8aa8a" providerId="LiveId" clId="{4F659EE3-8003-46ED-9E8F-0C50C411410D}" dt="2025-10-31T13:00:08.109" v="3222" actId="20577"/>
          <ac:spMkLst>
            <pc:docMk/>
            <pc:sldMk cId="1028376380" sldId="263"/>
            <ac:spMk id="7" creationId="{FAE660CA-F668-50D2-7AC0-C8AC96315AC1}"/>
          </ac:spMkLst>
        </pc:spChg>
        <pc:spChg chg="mod">
          <ac:chgData name="예서 이" userId="1914c1b7e6e8aa8a" providerId="LiveId" clId="{4F659EE3-8003-46ED-9E8F-0C50C411410D}" dt="2025-10-31T12:56:50.666" v="2746"/>
          <ac:spMkLst>
            <pc:docMk/>
            <pc:sldMk cId="1028376380" sldId="263"/>
            <ac:spMk id="8" creationId="{46F007A1-D23A-D8A8-9936-F6A157DA80C5}"/>
          </ac:spMkLst>
        </pc:spChg>
        <pc:picChg chg="del">
          <ac:chgData name="예서 이" userId="1914c1b7e6e8aa8a" providerId="LiveId" clId="{4F659EE3-8003-46ED-9E8F-0C50C411410D}" dt="2025-10-31T12:57:23.409" v="2747" actId="478"/>
          <ac:picMkLst>
            <pc:docMk/>
            <pc:sldMk cId="1028376380" sldId="263"/>
            <ac:picMk id="3" creationId="{0586BAA2-5945-BFA3-AA3A-2696C30ADBA3}"/>
          </ac:picMkLst>
        </pc:picChg>
        <pc:picChg chg="add mod">
          <ac:chgData name="예서 이" userId="1914c1b7e6e8aa8a" providerId="LiveId" clId="{4F659EE3-8003-46ED-9E8F-0C50C411410D}" dt="2025-10-31T12:58:23.444" v="2750" actId="14100"/>
          <ac:picMkLst>
            <pc:docMk/>
            <pc:sldMk cId="1028376380" sldId="263"/>
            <ac:picMk id="4" creationId="{384E1F03-9880-23E1-1E30-1F2E7BE36BD3}"/>
          </ac:picMkLst>
        </pc:picChg>
      </pc:sldChg>
      <pc:sldChg chg="add del">
        <pc:chgData name="예서 이" userId="1914c1b7e6e8aa8a" providerId="LiveId" clId="{4F659EE3-8003-46ED-9E8F-0C50C411410D}" dt="2025-10-12T03:27:35.784" v="27" actId="47"/>
        <pc:sldMkLst>
          <pc:docMk/>
          <pc:sldMk cId="2751337475" sldId="263"/>
        </pc:sldMkLst>
      </pc:sldChg>
      <pc:sldChg chg="addSp modSp add del mod">
        <pc:chgData name="예서 이" userId="1914c1b7e6e8aa8a" providerId="LiveId" clId="{4F659EE3-8003-46ED-9E8F-0C50C411410D}" dt="2025-10-31T12:22:25.847" v="391" actId="47"/>
        <pc:sldMkLst>
          <pc:docMk/>
          <pc:sldMk cId="3146497588" sldId="263"/>
        </pc:sldMkLst>
      </pc:sldChg>
      <pc:sldChg chg="addSp modSp add del mod">
        <pc:chgData name="예서 이" userId="1914c1b7e6e8aa8a" providerId="LiveId" clId="{4F659EE3-8003-46ED-9E8F-0C50C411410D}" dt="2025-10-31T12:22:26.022" v="392" actId="47"/>
        <pc:sldMkLst>
          <pc:docMk/>
          <pc:sldMk cId="72000658" sldId="264"/>
        </pc:sldMkLst>
      </pc:sldChg>
      <pc:sldChg chg="add del">
        <pc:chgData name="예서 이" userId="1914c1b7e6e8aa8a" providerId="LiveId" clId="{4F659EE3-8003-46ED-9E8F-0C50C411410D}" dt="2025-10-12T03:27:35.919" v="28" actId="47"/>
        <pc:sldMkLst>
          <pc:docMk/>
          <pc:sldMk cId="1714847844" sldId="264"/>
        </pc:sldMkLst>
      </pc:sldChg>
      <pc:sldChg chg="addSp delSp modSp add mod">
        <pc:chgData name="예서 이" userId="1914c1b7e6e8aa8a" providerId="LiveId" clId="{4F659EE3-8003-46ED-9E8F-0C50C411410D}" dt="2025-10-31T13:02:05.195" v="3618"/>
        <pc:sldMkLst>
          <pc:docMk/>
          <pc:sldMk cId="2574811062" sldId="264"/>
        </pc:sldMkLst>
        <pc:spChg chg="mod">
          <ac:chgData name="예서 이" userId="1914c1b7e6e8aa8a" providerId="LiveId" clId="{4F659EE3-8003-46ED-9E8F-0C50C411410D}" dt="2025-10-31T13:02:05.195" v="3618"/>
          <ac:spMkLst>
            <pc:docMk/>
            <pc:sldMk cId="2574811062" sldId="264"/>
            <ac:spMk id="7" creationId="{3DE390EC-08AE-C2CD-F5D2-FC0F3B66ACE7}"/>
          </ac:spMkLst>
        </pc:spChg>
        <pc:picChg chg="add mod">
          <ac:chgData name="예서 이" userId="1914c1b7e6e8aa8a" providerId="LiveId" clId="{4F659EE3-8003-46ED-9E8F-0C50C411410D}" dt="2025-10-31T13:01:07.788" v="3272" actId="1076"/>
          <ac:picMkLst>
            <pc:docMk/>
            <pc:sldMk cId="2574811062" sldId="264"/>
            <ac:picMk id="3" creationId="{36EE438B-2151-772C-0A23-DC762EA72AD2}"/>
          </ac:picMkLst>
        </pc:picChg>
        <pc:picChg chg="del">
          <ac:chgData name="예서 이" userId="1914c1b7e6e8aa8a" providerId="LiveId" clId="{4F659EE3-8003-46ED-9E8F-0C50C411410D}" dt="2025-10-31T13:01:02.621" v="3268" actId="478"/>
          <ac:picMkLst>
            <pc:docMk/>
            <pc:sldMk cId="2574811062" sldId="264"/>
            <ac:picMk id="4" creationId="{DB5F04FD-DFBE-1443-AA32-67005C9892CE}"/>
          </ac:picMkLst>
        </pc:picChg>
      </pc:sldChg>
      <pc:sldChg chg="addSp delSp modSp add mod">
        <pc:chgData name="예서 이" userId="1914c1b7e6e8aa8a" providerId="LiveId" clId="{4F659EE3-8003-46ED-9E8F-0C50C411410D}" dt="2025-10-31T13:05:49.229" v="4143"/>
        <pc:sldMkLst>
          <pc:docMk/>
          <pc:sldMk cId="3474862853" sldId="265"/>
        </pc:sldMkLst>
        <pc:spChg chg="mod">
          <ac:chgData name="예서 이" userId="1914c1b7e6e8aa8a" providerId="LiveId" clId="{4F659EE3-8003-46ED-9E8F-0C50C411410D}" dt="2025-10-31T13:05:49.229" v="4143"/>
          <ac:spMkLst>
            <pc:docMk/>
            <pc:sldMk cId="3474862853" sldId="265"/>
            <ac:spMk id="7" creationId="{667220F8-4257-633C-8DDB-36D7BCACC021}"/>
          </ac:spMkLst>
        </pc:spChg>
        <pc:picChg chg="del">
          <ac:chgData name="예서 이" userId="1914c1b7e6e8aa8a" providerId="LiveId" clId="{4F659EE3-8003-46ED-9E8F-0C50C411410D}" dt="2025-10-31T13:04:02.598" v="3708" actId="478"/>
          <ac:picMkLst>
            <pc:docMk/>
            <pc:sldMk cId="3474862853" sldId="265"/>
            <ac:picMk id="3" creationId="{AD22422E-3B15-60C6-B59B-D95F0A523355}"/>
          </ac:picMkLst>
        </pc:picChg>
        <pc:picChg chg="add mod">
          <ac:chgData name="예서 이" userId="1914c1b7e6e8aa8a" providerId="LiveId" clId="{4F659EE3-8003-46ED-9E8F-0C50C411410D}" dt="2025-10-31T13:04:06.759" v="3712" actId="1076"/>
          <ac:picMkLst>
            <pc:docMk/>
            <pc:sldMk cId="3474862853" sldId="265"/>
            <ac:picMk id="4" creationId="{6DB40AF5-597B-4956-440C-99A1E0008459}"/>
          </ac:picMkLst>
        </pc:picChg>
      </pc:sldChg>
      <pc:sldMasterChg chg="modSp modSldLayout">
        <pc:chgData name="예서 이" userId="1914c1b7e6e8aa8a" providerId="LiveId" clId="{4F659EE3-8003-46ED-9E8F-0C50C411410D}" dt="2025-10-12T03:50:53.439" v="61"/>
        <pc:sldMasterMkLst>
          <pc:docMk/>
          <pc:sldMasterMk cId="1174141825" sldId="2147483648"/>
        </pc:sldMasterMkLst>
        <pc:spChg chg="mod">
          <ac:chgData name="예서 이" userId="1914c1b7e6e8aa8a" providerId="LiveId" clId="{4F659EE3-8003-46ED-9E8F-0C50C411410D}" dt="2025-10-12T03:50:53.439" v="61"/>
          <ac:spMkLst>
            <pc:docMk/>
            <pc:sldMasterMk cId="1174141825" sldId="2147483648"/>
            <ac:spMk id="2" creationId="{58C25BED-F428-B145-B803-7A684AD8E647}"/>
          </ac:spMkLst>
        </pc:spChg>
        <pc:spChg chg="mod">
          <ac:chgData name="예서 이" userId="1914c1b7e6e8aa8a" providerId="LiveId" clId="{4F659EE3-8003-46ED-9E8F-0C50C411410D}" dt="2025-10-12T03:50:53.439" v="61"/>
          <ac:spMkLst>
            <pc:docMk/>
            <pc:sldMasterMk cId="1174141825" sldId="2147483648"/>
            <ac:spMk id="3" creationId="{277F5A61-35BA-BAE4-7B75-ED1B70DBC1F4}"/>
          </ac:spMkLst>
        </pc:spChg>
        <pc:spChg chg="mod">
          <ac:chgData name="예서 이" userId="1914c1b7e6e8aa8a" providerId="LiveId" clId="{4F659EE3-8003-46ED-9E8F-0C50C411410D}" dt="2025-10-12T03:50:53.439" v="61"/>
          <ac:spMkLst>
            <pc:docMk/>
            <pc:sldMasterMk cId="1174141825" sldId="2147483648"/>
            <ac:spMk id="4" creationId="{D891F350-BD50-71A1-2855-4A63B65F9183}"/>
          </ac:spMkLst>
        </pc:spChg>
        <pc:spChg chg="mod">
          <ac:chgData name="예서 이" userId="1914c1b7e6e8aa8a" providerId="LiveId" clId="{4F659EE3-8003-46ED-9E8F-0C50C411410D}" dt="2025-10-12T03:50:53.439" v="61"/>
          <ac:spMkLst>
            <pc:docMk/>
            <pc:sldMasterMk cId="1174141825" sldId="2147483648"/>
            <ac:spMk id="5" creationId="{76F41AB7-12B5-15D8-F84D-09369A2CBD0C}"/>
          </ac:spMkLst>
        </pc:spChg>
        <pc:spChg chg="mod">
          <ac:chgData name="예서 이" userId="1914c1b7e6e8aa8a" providerId="LiveId" clId="{4F659EE3-8003-46ED-9E8F-0C50C411410D}" dt="2025-10-12T03:50:53.439" v="61"/>
          <ac:spMkLst>
            <pc:docMk/>
            <pc:sldMasterMk cId="1174141825" sldId="2147483648"/>
            <ac:spMk id="6" creationId="{D7978E7D-BB68-A232-A3E7-D307832B5A95}"/>
          </ac:spMkLst>
        </pc:sp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2786396537" sldId="2147483649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2786396537" sldId="2147483649"/>
              <ac:spMk id="2" creationId="{B651051D-0B5B-CCB9-B4C6-6E19D7BFE875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2786396537" sldId="2147483649"/>
              <ac:spMk id="3" creationId="{E0E73D68-E04A-C6E2-4637-0AD985EA21C2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3758901777" sldId="2147483651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3758901777" sldId="2147483651"/>
              <ac:spMk id="2" creationId="{4B21DDC1-2449-30A7-A8F8-24007F2E3FA4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3758901777" sldId="2147483651"/>
              <ac:spMk id="3" creationId="{D04F1037-D939-1F2A-625C-02A91673708B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4010586907" sldId="2147483652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010586907" sldId="2147483652"/>
              <ac:spMk id="3" creationId="{4D333697-595D-FE7F-EDC0-0E07CE42D804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010586907" sldId="2147483652"/>
              <ac:spMk id="4" creationId="{4611A8DF-10B8-7112-C77F-549E40898BE9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1004686960" sldId="2147483653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004686960" sldId="2147483653"/>
              <ac:spMk id="2" creationId="{EADA1A2F-B3A9-DFE6-75BD-A574A3E46967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004686960" sldId="2147483653"/>
              <ac:spMk id="3" creationId="{51350F0D-F689-6CA3-4F98-9ABADD4BB662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004686960" sldId="2147483653"/>
              <ac:spMk id="4" creationId="{64B9BE19-AA0A-8470-FDF9-AE43C690818D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004686960" sldId="2147483653"/>
              <ac:spMk id="5" creationId="{C849A403-8D49-66AE-38F3-EBB5A7BECC01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004686960" sldId="2147483653"/>
              <ac:spMk id="6" creationId="{B28DBD5A-4602-F9D4-39C7-26E4A0A9D02B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439921477" sldId="2147483656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39921477" sldId="2147483656"/>
              <ac:spMk id="2" creationId="{9EB9B2A5-AF6A-DF85-7726-5794B06F34F3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39921477" sldId="2147483656"/>
              <ac:spMk id="3" creationId="{FA73647B-74A9-3B7A-225F-CDC622EA945A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39921477" sldId="2147483656"/>
              <ac:spMk id="4" creationId="{FE4EC54A-EF9F-5DC7-A3AA-341C16614088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1386533037" sldId="2147483657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386533037" sldId="2147483657"/>
              <ac:spMk id="2" creationId="{4D693B56-BA42-9837-24DF-9F56F27C1067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386533037" sldId="2147483657"/>
              <ac:spMk id="3" creationId="{4C44B647-9C86-8F12-0A76-A99E9AC069C6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1386533037" sldId="2147483657"/>
              <ac:spMk id="4" creationId="{B8F3B63C-67C7-467F-BC78-40D6E04C2BF3}"/>
            </ac:spMkLst>
          </pc:spChg>
        </pc:sldLayoutChg>
        <pc:sldLayoutChg chg="modSp">
          <pc:chgData name="예서 이" userId="1914c1b7e6e8aa8a" providerId="LiveId" clId="{4F659EE3-8003-46ED-9E8F-0C50C411410D}" dt="2025-10-12T03:50:53.439" v="61"/>
          <pc:sldLayoutMkLst>
            <pc:docMk/>
            <pc:sldMasterMk cId="1174141825" sldId="2147483648"/>
            <pc:sldLayoutMk cId="4054297738" sldId="2147483659"/>
          </pc:sldLayoutMkLst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054297738" sldId="2147483659"/>
              <ac:spMk id="2" creationId="{CE12C33D-6436-45A8-40CD-8274E4EAAE47}"/>
            </ac:spMkLst>
          </pc:spChg>
          <pc:spChg chg="mod">
            <ac:chgData name="예서 이" userId="1914c1b7e6e8aa8a" providerId="LiveId" clId="{4F659EE3-8003-46ED-9E8F-0C50C411410D}" dt="2025-10-12T03:50:53.439" v="61"/>
            <ac:spMkLst>
              <pc:docMk/>
              <pc:sldMasterMk cId="1174141825" sldId="2147483648"/>
              <pc:sldLayoutMk cId="4054297738" sldId="2147483659"/>
              <ac:spMk id="3" creationId="{CC614940-76E8-18F4-6336-EB467133468F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286D9-9309-40BB-8D18-C8A7F14A40E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08689-32BF-4F22-92F3-D151A5C31A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21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434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6A0B4-F98E-0DFC-73D2-2847C5458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992A9E-758A-0AEC-4E5C-6FAB80CE9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927319-3BBE-FD71-5C04-C7BF33B24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FDCC09-2183-7D07-04ED-BED59542D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434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DB10-ABFD-4985-E0EE-E6985EC4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A522DA-6D4B-E24A-F5C2-70A7A434F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C7F33B-75D4-BEC4-543C-99B3719C4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E80A50-72C5-D58C-3882-6F12084DE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55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AFA1-1A8F-D1FB-E142-EB4E5800B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E8A528-73AF-1C0F-463A-4E690DDD5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9D34B2-037F-3FA8-B4A2-2C5CA7AA2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101F25-0E38-9C0C-8FF8-E2F898D0C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577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B997B-582F-0A22-A4FB-CBABD4C9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350822-144E-7415-A893-53EB1978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4E47FC-E2D9-DAA0-9EB6-9C5B951AF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F6F934-2E5E-01CA-5034-FB79EEDD6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782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DA13E-B9C1-7E17-D7F8-0B200A6B2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B0311F-4E61-868A-436F-AB284DEB7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BCA666-5C1B-9A44-AB47-2C0C32E27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589CF5-0BF6-D2CB-AFF7-E87E4EB17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236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EC32-5D1E-4E26-8E40-0D9795D4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351778-8833-095B-6C09-CD35CCE31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04019F-F456-D7DC-05AF-1EB5A747B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33D47-6318-3E14-5CE8-E6A988C26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008689-32BF-4F22-92F3-D151A5C31A7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033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1051D-0B5B-CCB9-B4C6-6E19D7BFE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E73D68-E04A-C6E2-4637-0AD985EA2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560247-3938-56D8-37D3-D825ABE7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4D034E-1135-1D17-7DAC-3F56A835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B8454C-9C6A-881D-0F02-4E964CC9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9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FAB46-C1F5-E6E1-7322-12E38F99E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8B0E62-5180-0E7D-BE30-10171E1AA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F7E976-3C6E-089D-A573-32C6199B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673012-FEAC-9BE6-4F29-0921844B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96A80F-3FC3-B0D8-E4BC-71A29392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49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1DDC1-2449-30A7-A8F8-24007F2E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4F1037-D939-1F2A-625C-02A916737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A58764-C561-4E7D-B0A9-D0B2503C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17082-7CF1-9B6F-D7EE-B85D60D5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FDF56-25D5-AF9F-E074-197E1E66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901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5B951-1463-050D-BE66-6E3BAA35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333697-595D-FE7F-EDC0-0E07CE42D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11A8DF-10B8-7112-C77F-549E40898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8CB58-DC2A-3157-DEB8-CEF43A38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28DB92-D943-1D0F-F04D-98A79E6B3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5E4838-4ABC-9A97-36E8-A2C5E6ED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58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A1A2F-B3A9-DFE6-75BD-A574A3E4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350F0D-F689-6CA3-4F98-9ABADD4BB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B9BE19-AA0A-8470-FDF9-AE43C6908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49A403-8D49-66AE-38F3-EBB5A7BEC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8DBD5A-4602-F9D4-39C7-26E4A0A9D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2EB9CD9-32F2-82CD-925F-19DBEF5A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952D77-E54C-E9BB-6CC5-3D5D809B2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F6DB829-8FEB-2CDF-57CA-9AE494C6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68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7FB83-CDCE-0E0F-A0FD-AD6E8247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85A002-8DD6-E245-F8A5-E95A20683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0BB8FE-7676-BADB-EF28-7A3E43558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89036E-AE3E-BE00-F4A9-9FE84472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266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23AE0A-A29A-3E97-1378-D9EA6467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0A63C06-AD7E-1BCE-38E8-2DA9E2A4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DA461-B7F7-5AD2-F7A9-4A500B6E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99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9B2A5-AF6A-DF85-7726-5794B06F3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73647B-74A9-3B7A-225F-CDC622EA9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4EC54A-EF9F-5DC7-A3AA-341C16614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C5F30D-1ECC-A4A6-7070-112E8694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CEADD-797E-92B5-075F-446E628E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1445F0-02A8-62D2-07C9-3B3867F82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92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93B56-BA42-9837-24DF-9F56F27C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44B647-9C86-8F12-0A76-A99E9AC06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F3B63C-67C7-467F-BC78-40D6E04C2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E97618-9ED2-DA1B-3C17-C0935BC30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FA033A-5A9E-B882-284B-1827C1A51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3A62C9-3DEF-498A-9A42-535BF85B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53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11A0A-3599-1ED0-DF04-FF24277DD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9100C4-0438-F119-EF53-D947473F9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B4853-DD91-FA09-B662-F8793905A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85F22F-3FC5-AD6A-8476-8BA984E4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4E41C-CAA5-3534-2AF3-05A5BDFD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68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12C33D-6436-45A8-40CD-8274E4EAA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614940-76E8-18F4-6336-EB4671334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42C4E4-5C7B-8731-05D5-D3C4CE10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DD8600-950B-20FB-F123-6FA234FE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CCB873-7ADD-7D49-A299-E6333755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297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C25BED-F428-B145-B803-7A684AD8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7F5A61-35BA-BAE4-7B75-ED1B70DBC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91F350-BD50-71A1-2855-4A63B65F9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A51F0-7848-4262-9FF3-D5E1C68B18E1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F41AB7-12B5-15D8-F84D-09369A2C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78E7D-BB68-A232-A3E7-D307832B5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94C9B-7DFF-4BAB-B565-63093403FF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141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CAFE-4C81-65F6-BBDB-BD956F3F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60E253-5CD5-1A1C-C640-6AB23C687C6D}"/>
              </a:ext>
            </a:extLst>
          </p:cNvPr>
          <p:cNvSpPr txBox="1"/>
          <p:nvPr/>
        </p:nvSpPr>
        <p:spPr>
          <a:xfrm>
            <a:off x="2910675" y="2014905"/>
            <a:ext cx="6370655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 err="1"/>
              <a:t>머신러닝과</a:t>
            </a:r>
            <a:r>
              <a:rPr lang="ko-KR" altLang="en-US" sz="4000" dirty="0"/>
              <a:t> 응용 과제 제출</a:t>
            </a:r>
            <a:endParaRPr lang="en-US" altLang="ko-KR" sz="4000" dirty="0"/>
          </a:p>
          <a:p>
            <a:pPr algn="ctr"/>
            <a:r>
              <a:rPr lang="en-US" altLang="ko-KR" dirty="0"/>
              <a:t>ch4 &amp; ch5 </a:t>
            </a:r>
            <a:r>
              <a:rPr lang="ko-KR" altLang="en-US" dirty="0"/>
              <a:t>실습 수행</a:t>
            </a:r>
            <a:endParaRPr lang="en-US" altLang="ko-KR" sz="4000" dirty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/>
          </a:p>
          <a:p>
            <a:pPr algn="ctr"/>
            <a:endParaRPr lang="en-US" altLang="ko-KR" sz="2400" dirty="0"/>
          </a:p>
          <a:p>
            <a:pPr algn="ctr"/>
            <a:r>
              <a:rPr lang="en-US" altLang="ko-KR" sz="2400" dirty="0"/>
              <a:t>G202558022</a:t>
            </a:r>
          </a:p>
          <a:p>
            <a:pPr algn="ctr"/>
            <a:r>
              <a:rPr lang="ko-KR" altLang="en-US" sz="2400" dirty="0"/>
              <a:t>이예서</a:t>
            </a:r>
          </a:p>
        </p:txBody>
      </p:sp>
    </p:spTree>
    <p:extLst>
      <p:ext uri="{BB962C8B-B14F-4D97-AF65-F5344CB8AC3E}">
        <p14:creationId xmlns:p14="http://schemas.microsoft.com/office/powerpoint/2010/main" val="3418178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9EF114-2398-D6F5-3926-7AEA9706276C}"/>
                  </a:ext>
                </a:extLst>
              </p:cNvPr>
              <p:cNvSpPr txBox="1"/>
              <p:nvPr/>
            </p:nvSpPr>
            <p:spPr>
              <a:xfrm>
                <a:off x="5938683" y="1720840"/>
                <a:ext cx="6096000" cy="3428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ko-KR" altLang="en-US" b="1" dirty="0"/>
                  <a:t>정규 방정식을 이용한 선형회귀</a:t>
                </a:r>
                <a:endParaRPr lang="en-US" altLang="ko-KR" b="1" dirty="0"/>
              </a:p>
              <a:p>
                <a:pPr marL="342900" indent="-342900">
                  <a:buAutoNum type="arabicPeriod"/>
                </a:pPr>
                <a:endParaRPr lang="en-US" altLang="ko-KR" b="1" dirty="0"/>
              </a:p>
              <a:p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 err="1"/>
                  <a:t>np.c</a:t>
                </a:r>
                <a:r>
                  <a:rPr lang="en-US" altLang="ko-KR" dirty="0"/>
                  <a:t>_[…]</a:t>
                </a:r>
                <a:r>
                  <a:rPr lang="ko-KR" altLang="en-US" dirty="0"/>
                  <a:t>은 훈련세트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의 모든 샘플에 편향 특성 </a:t>
                </a:r>
                <a:r>
                  <a:rPr lang="en-US" altLang="ko-KR" dirty="0"/>
                  <a:t>x</a:t>
                </a:r>
                <a:r>
                  <a:rPr lang="en-US" altLang="ko-KR" baseline="-25000" dirty="0"/>
                  <a:t>0</a:t>
                </a:r>
                <a:r>
                  <a:rPr lang="en-US" altLang="ko-KR" dirty="0"/>
                  <a:t> = 1</a:t>
                </a:r>
                <a:r>
                  <a:rPr lang="ko-KR" altLang="en-US" dirty="0"/>
                  <a:t>을 추가한다</a:t>
                </a: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 err="1"/>
                  <a:t>np.linalg.inv</a:t>
                </a:r>
                <a:r>
                  <a:rPr lang="en-US" altLang="ko-KR" dirty="0"/>
                  <a:t>() </a:t>
                </a:r>
                <a:r>
                  <a:rPr lang="ko-KR" altLang="en-US" dirty="0"/>
                  <a:t>는 행렬의 역행렬을 계산한다</a:t>
                </a:r>
                <a:r>
                  <a:rPr lang="en-US" altLang="ko-KR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.dot() </a:t>
                </a:r>
                <a:r>
                  <a:rPr lang="ko-KR" altLang="en-US" dirty="0"/>
                  <a:t>은 행렬 곱셈을 수행한다</a:t>
                </a:r>
                <a:r>
                  <a:rPr lang="en-US" altLang="ko-KR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정규방정식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ko-KR" altLang="en-US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ko-KR" alt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ko-KR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ko-KR" altLang="en-US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ko-KR" alt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ko-KR" alt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/>
                  <a:t>을 </a:t>
                </a:r>
                <a:r>
                  <a:rPr lang="en-US" altLang="ko-KR" dirty="0"/>
                  <a:t>NumPy</a:t>
                </a:r>
                <a:r>
                  <a:rPr lang="ko-KR" altLang="en-US" dirty="0"/>
                  <a:t>를 이용해 그대로 구현한 것이다</a:t>
                </a:r>
                <a:r>
                  <a:rPr lang="en-US" altLang="ko-KR" dirty="0"/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9EF114-2398-D6F5-3926-7AEA97062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683" y="1720840"/>
                <a:ext cx="6096000" cy="3428054"/>
              </a:xfrm>
              <a:prstGeom prst="rect">
                <a:avLst/>
              </a:prstGeom>
              <a:blipFill>
                <a:blip r:embed="rId3"/>
                <a:stretch>
                  <a:fillRect l="-1000" t="-1599" r="-100" b="-17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E73A2D3-9897-B1DA-1205-9853C1578FA7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4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C9E05A-9EDD-BE28-EE74-3ADB3D3D3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80" y="1924277"/>
            <a:ext cx="5153744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60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4E1C-61AE-5F93-934B-F0EE7D8D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70D458-16A8-ED75-EB01-C3A05203917E}"/>
              </a:ext>
            </a:extLst>
          </p:cNvPr>
          <p:cNvSpPr txBox="1"/>
          <p:nvPr/>
        </p:nvSpPr>
        <p:spPr>
          <a:xfrm>
            <a:off x="5938683" y="1720840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확률적 경사 </a:t>
            </a:r>
            <a:r>
              <a:rPr lang="ko-KR" altLang="en-US" b="1" dirty="0" err="1"/>
              <a:t>하강법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SGDRegressor</a:t>
            </a:r>
            <a:r>
              <a:rPr lang="en-US" altLang="ko-KR" dirty="0"/>
              <a:t> </a:t>
            </a:r>
            <a:r>
              <a:rPr lang="ko-KR" altLang="en-US" dirty="0"/>
              <a:t>는 </a:t>
            </a:r>
            <a:r>
              <a:rPr lang="en-US" altLang="ko-KR" dirty="0"/>
              <a:t>SGD</a:t>
            </a:r>
            <a:r>
              <a:rPr lang="ko-KR" altLang="en-US" dirty="0"/>
              <a:t>를 이용한 선형 회귀 모델이다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max_iter</a:t>
            </a:r>
            <a:r>
              <a:rPr lang="en-US" altLang="ko-KR" dirty="0"/>
              <a:t>=1000</a:t>
            </a:r>
            <a:r>
              <a:rPr lang="ko-KR" altLang="en-US" dirty="0"/>
              <a:t>은 훈련 세트를 최대 </a:t>
            </a:r>
            <a:r>
              <a:rPr lang="en-US" altLang="ko-KR" dirty="0"/>
              <a:t>1000</a:t>
            </a:r>
            <a:r>
              <a:rPr lang="ko-KR" altLang="en-US" dirty="0"/>
              <a:t>번 반복하겠다는 의미이다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tol</a:t>
            </a:r>
            <a:r>
              <a:rPr lang="en-US" altLang="ko-KR" dirty="0"/>
              <a:t>=1e-3</a:t>
            </a:r>
            <a:r>
              <a:rPr lang="ko-KR" altLang="en-US" dirty="0"/>
              <a:t>은 한 </a:t>
            </a:r>
            <a:r>
              <a:rPr lang="ko-KR" altLang="en-US" dirty="0" err="1"/>
              <a:t>에포크에서</a:t>
            </a:r>
            <a:r>
              <a:rPr lang="ko-KR" altLang="en-US" dirty="0"/>
              <a:t> 손실이 </a:t>
            </a:r>
            <a:r>
              <a:rPr lang="en-US" altLang="ko-KR" dirty="0"/>
              <a:t>0.001</a:t>
            </a:r>
            <a:r>
              <a:rPr lang="ko-KR" altLang="en-US" dirty="0"/>
              <a:t>보다 적게 줄어들면 훈련을 중지하라는 의미이다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eta0=0.1</a:t>
            </a:r>
            <a:r>
              <a:rPr lang="ko-KR" altLang="en-US" dirty="0"/>
              <a:t>은 </a:t>
            </a:r>
            <a:r>
              <a:rPr lang="ko-KR" altLang="en-US" dirty="0" err="1"/>
              <a:t>학습률을</a:t>
            </a:r>
            <a:r>
              <a:rPr lang="ko-KR" altLang="en-US" dirty="0"/>
              <a:t> 지정한다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SGD</a:t>
            </a:r>
            <a:r>
              <a:rPr lang="ko-KR" altLang="en-US" dirty="0"/>
              <a:t>는 매우 큰 훈련 세트도 효율적으로 처리할 수 있는 장점이 있다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D6DE02-7330-14AD-3398-5554B8CD63CB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4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E01AEB3-89E6-9188-A697-843389EC3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4" y="2470288"/>
            <a:ext cx="5830529" cy="191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5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D937E-E39E-7B66-0BAF-C0B6F770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C7A0F4-E4D4-F7C2-96DE-CD1502E5AE52}"/>
              </a:ext>
            </a:extLst>
          </p:cNvPr>
          <p:cNvSpPr txBox="1"/>
          <p:nvPr/>
        </p:nvSpPr>
        <p:spPr>
          <a:xfrm>
            <a:off x="5938683" y="172084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다항 회귀</a:t>
            </a:r>
            <a:endParaRPr lang="en-US" altLang="ko-KR" b="1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PolynomialFeatures</a:t>
            </a:r>
            <a:r>
              <a:rPr lang="en-US" altLang="ko-KR" dirty="0"/>
              <a:t>(degree=2)</a:t>
            </a:r>
            <a:r>
              <a:rPr lang="ko-KR" altLang="en-US" dirty="0"/>
              <a:t> 는 각 특성을 </a:t>
            </a:r>
            <a:r>
              <a:rPr lang="en-US" altLang="ko-KR" dirty="0"/>
              <a:t>2</a:t>
            </a:r>
            <a:r>
              <a:rPr lang="ko-KR" altLang="en-US" dirty="0"/>
              <a:t>차 다항식으로 변환할 준비를 하는 것이다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Fit_transform</a:t>
            </a:r>
            <a:r>
              <a:rPr lang="en-US" altLang="ko-KR" dirty="0"/>
              <a:t>(x) </a:t>
            </a:r>
            <a:r>
              <a:rPr lang="ko-KR" altLang="en-US" dirty="0"/>
              <a:t>는</a:t>
            </a:r>
            <a:r>
              <a:rPr lang="en-US" altLang="ko-KR" dirty="0"/>
              <a:t> x</a:t>
            </a:r>
            <a:r>
              <a:rPr lang="ko-KR" altLang="en-US" dirty="0"/>
              <a:t>데이터를 실제로 변환한다</a:t>
            </a:r>
            <a:r>
              <a:rPr lang="en-US" altLang="ko-KR" dirty="0"/>
              <a:t>. </a:t>
            </a:r>
            <a:r>
              <a:rPr lang="ko-KR" altLang="en-US" dirty="0"/>
              <a:t>만약 </a:t>
            </a:r>
            <a:r>
              <a:rPr lang="en-US" altLang="ko-KR" dirty="0"/>
              <a:t>X</a:t>
            </a:r>
            <a:r>
              <a:rPr lang="ko-KR" altLang="en-US" dirty="0"/>
              <a:t>에 </a:t>
            </a:r>
            <a:r>
              <a:rPr lang="en-US" altLang="ko-KR" dirty="0"/>
              <a:t>x</a:t>
            </a:r>
            <a:r>
              <a:rPr lang="en-US" altLang="ko-KR" baseline="-25000" dirty="0"/>
              <a:t>1</a:t>
            </a:r>
            <a:r>
              <a:rPr lang="ko-KR" altLang="en-US" dirty="0"/>
              <a:t>만 있었다면</a:t>
            </a:r>
            <a:r>
              <a:rPr lang="en-US" altLang="ko-KR" dirty="0"/>
              <a:t>, </a:t>
            </a:r>
            <a:r>
              <a:rPr lang="en-US" altLang="ko-KR" dirty="0" err="1"/>
              <a:t>X_poly</a:t>
            </a:r>
            <a:r>
              <a:rPr lang="ko-KR" altLang="en-US" dirty="0"/>
              <a:t>에는 </a:t>
            </a:r>
            <a:r>
              <a:rPr lang="en-US" altLang="ko-KR" dirty="0"/>
              <a:t>x</a:t>
            </a:r>
            <a:r>
              <a:rPr lang="en-US" altLang="ko-KR" baseline="-25000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x</a:t>
            </a:r>
            <a:r>
              <a:rPr lang="en-US" altLang="ko-KR" baseline="-25000" dirty="0"/>
              <a:t>1</a:t>
            </a:r>
            <a:r>
              <a:rPr lang="en-US" altLang="ko-KR" baseline="30000" dirty="0"/>
              <a:t>2</a:t>
            </a:r>
            <a:r>
              <a:rPr lang="ko-KR" altLang="en-US" dirty="0"/>
              <a:t>가 포함된다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마지막으로 변환된 </a:t>
            </a:r>
            <a:r>
              <a:rPr lang="en-US" altLang="ko-KR" dirty="0" err="1"/>
              <a:t>X_poly</a:t>
            </a:r>
            <a:r>
              <a:rPr lang="ko-KR" altLang="en-US" dirty="0"/>
              <a:t>데이터를 일반 </a:t>
            </a:r>
            <a:r>
              <a:rPr lang="en-US" altLang="ko-KR" dirty="0" err="1"/>
              <a:t>LinearRegression</a:t>
            </a:r>
            <a:r>
              <a:rPr lang="en-US" altLang="ko-KR" dirty="0"/>
              <a:t> </a:t>
            </a:r>
            <a:r>
              <a:rPr lang="ko-KR" altLang="en-US" dirty="0"/>
              <a:t>모델로 학습시킨다</a:t>
            </a:r>
            <a:r>
              <a:rPr lang="en-US" altLang="ko-KR" dirty="0"/>
              <a:t>. </a:t>
            </a:r>
            <a:r>
              <a:rPr lang="ko-KR" altLang="en-US" dirty="0"/>
              <a:t>모델 자체는 선형이지만</a:t>
            </a:r>
            <a:r>
              <a:rPr lang="en-US" altLang="ko-KR" dirty="0"/>
              <a:t>, </a:t>
            </a:r>
            <a:r>
              <a:rPr lang="ko-KR" altLang="en-US" dirty="0"/>
              <a:t>특성이 다항식이므로 결과적으로 </a:t>
            </a:r>
            <a:r>
              <a:rPr lang="en-US" altLang="ko-KR" dirty="0"/>
              <a:t>2</a:t>
            </a:r>
            <a:r>
              <a:rPr lang="ko-KR" altLang="en-US" dirty="0"/>
              <a:t>차 함수 그래프에 근사하게 된다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FB1DE-630C-99C8-C147-73D1D46A0B53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4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F81DED-1685-78D9-7467-453EF48EC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21" y="1458152"/>
            <a:ext cx="5306165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8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AC47F-5521-C91B-3395-3C857DD1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9507D37-25AD-03BD-DE0F-C2CB8F30DE91}"/>
              </a:ext>
            </a:extLst>
          </p:cNvPr>
          <p:cNvSpPr txBox="1"/>
          <p:nvPr/>
        </p:nvSpPr>
        <p:spPr>
          <a:xfrm>
            <a:off x="5938683" y="172084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 err="1"/>
              <a:t>릿지</a:t>
            </a:r>
            <a:r>
              <a:rPr lang="ko-KR" altLang="en-US" b="1" dirty="0"/>
              <a:t> 회귀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Ridge </a:t>
            </a:r>
            <a:r>
              <a:rPr lang="ko-KR" altLang="en-US" dirty="0"/>
              <a:t>모델은 선형 회귀에 </a:t>
            </a:r>
            <a:r>
              <a:rPr lang="en-US" altLang="ko-KR" dirty="0"/>
              <a:t>l</a:t>
            </a:r>
            <a:r>
              <a:rPr lang="en-US" altLang="ko-KR" baseline="-25000" dirty="0"/>
              <a:t>2</a:t>
            </a:r>
            <a:r>
              <a:rPr lang="ko-KR" altLang="en-US" dirty="0"/>
              <a:t>규제를 추가한 모델이다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alpha </a:t>
            </a:r>
            <a:r>
              <a:rPr lang="ko-KR" altLang="en-US" dirty="0" err="1"/>
              <a:t>하이퍼파라미터가</a:t>
            </a:r>
            <a:r>
              <a:rPr lang="ko-KR" altLang="en-US" dirty="0"/>
              <a:t> 규제의 강도를 조절한다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alpha=0 </a:t>
            </a:r>
            <a:r>
              <a:rPr lang="ko-KR" altLang="en-US" dirty="0"/>
              <a:t>이면</a:t>
            </a:r>
            <a:r>
              <a:rPr lang="en-US" altLang="ko-KR" dirty="0"/>
              <a:t> </a:t>
            </a:r>
            <a:r>
              <a:rPr lang="ko-KR" altLang="en-US" dirty="0"/>
              <a:t>규제가 없는 일반 선형 회귀와 같다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alpha </a:t>
            </a:r>
            <a:r>
              <a:rPr lang="ko-KR" altLang="en-US" dirty="0"/>
              <a:t>값이 커질수록 벌점이 </a:t>
            </a:r>
            <a:r>
              <a:rPr lang="ko-KR" altLang="en-US" dirty="0" err="1"/>
              <a:t>커즈므로</a:t>
            </a:r>
            <a:r>
              <a:rPr lang="en-US" altLang="ko-KR" dirty="0"/>
              <a:t>, </a:t>
            </a:r>
            <a:r>
              <a:rPr lang="ko-KR" altLang="en-US" dirty="0"/>
              <a:t>모델은 비용 함수를 최소화하기 위해 가중치를 가능한 작게 유지하려고 한다</a:t>
            </a:r>
            <a:r>
              <a:rPr lang="en-US" altLang="ko-KR" dirty="0"/>
              <a:t>. </a:t>
            </a:r>
            <a:r>
              <a:rPr lang="ko-KR" altLang="en-US" dirty="0"/>
              <a:t>이는 과대적합을 방지한다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BB012-80F5-99FE-3C88-E811155817EA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4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54F5CE-A4FA-F972-F363-4A1F182F3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55" y="2891129"/>
            <a:ext cx="5144218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74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7138A-BCAF-70B2-7376-1A275D33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E660CA-F668-50D2-7AC0-C8AC96315AC1}"/>
              </a:ext>
            </a:extLst>
          </p:cNvPr>
          <p:cNvSpPr txBox="1"/>
          <p:nvPr/>
        </p:nvSpPr>
        <p:spPr>
          <a:xfrm>
            <a:off x="5938683" y="17208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선형 </a:t>
            </a:r>
            <a:r>
              <a:rPr lang="en-US" altLang="ko-KR" b="1" dirty="0"/>
              <a:t>SVM </a:t>
            </a:r>
            <a:r>
              <a:rPr lang="ko-KR" altLang="en-US" b="1" dirty="0"/>
              <a:t>분류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사이킷런의</a:t>
            </a:r>
            <a:r>
              <a:rPr lang="ko-KR" altLang="en-US" dirty="0"/>
              <a:t> </a:t>
            </a:r>
            <a:r>
              <a:rPr lang="en-US" altLang="ko-KR" dirty="0" err="1"/>
              <a:t>LinearSVC</a:t>
            </a:r>
            <a:r>
              <a:rPr lang="ko-KR" altLang="en-US" dirty="0"/>
              <a:t>는 선형 </a:t>
            </a:r>
            <a:r>
              <a:rPr lang="en-US" altLang="ko-KR" dirty="0"/>
              <a:t>SVM</a:t>
            </a:r>
            <a:r>
              <a:rPr lang="ko-KR" altLang="en-US" dirty="0"/>
              <a:t>분류를 위한 구현체다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loss=“hinge”</a:t>
            </a:r>
            <a:r>
              <a:rPr lang="ko-KR" altLang="en-US" dirty="0"/>
              <a:t>는 </a:t>
            </a:r>
            <a:r>
              <a:rPr lang="en-US" altLang="ko-KR" dirty="0"/>
              <a:t>SVM</a:t>
            </a:r>
            <a:r>
              <a:rPr lang="ko-KR" altLang="en-US" dirty="0"/>
              <a:t>의 표준 손실 함수를 사용하겠다는 의미이다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C=1</a:t>
            </a:r>
            <a:r>
              <a:rPr lang="ko-KR" altLang="en-US" dirty="0"/>
              <a:t>로 설정하여 마진 오류와 마진 폭 사이의 균형점을 지정했다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007A1-D23A-D8A8-9936-F6A157DA80C5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5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4E1F03-9880-23E1-1E30-1F2E7BE36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7" y="1847996"/>
            <a:ext cx="5804677" cy="313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76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D747C-03DC-B830-4420-A7CA889C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E390EC-08AE-C2CD-F5D2-FC0F3B66ACE7}"/>
              </a:ext>
            </a:extLst>
          </p:cNvPr>
          <p:cNvSpPr txBox="1"/>
          <p:nvPr/>
        </p:nvSpPr>
        <p:spPr>
          <a:xfrm>
            <a:off x="5938683" y="17208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비선형 분류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PolynomialFeatures</a:t>
            </a:r>
            <a:r>
              <a:rPr lang="en-US" altLang="ko-KR" dirty="0"/>
              <a:t>(degree=3)</a:t>
            </a:r>
            <a:r>
              <a:rPr lang="ko-KR" altLang="en-US" dirty="0"/>
              <a:t>은 </a:t>
            </a:r>
            <a:r>
              <a:rPr lang="en-US" altLang="ko-KR" dirty="0"/>
              <a:t>3</a:t>
            </a:r>
            <a:r>
              <a:rPr lang="ko-KR" altLang="en-US" dirty="0"/>
              <a:t>차 다항 특성을 생성한다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LinearSVC</a:t>
            </a:r>
            <a:r>
              <a:rPr lang="ko-KR" altLang="en-US" dirty="0"/>
              <a:t>는 원본 특성이 아닌 새롭게 추가된 모든 특성을 기반으로 선형 결정 경계를 </a:t>
            </a:r>
            <a:r>
              <a:rPr lang="ko-KR" altLang="en-US" dirty="0" err="1"/>
              <a:t>찾느다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결과적으로 원본 </a:t>
            </a:r>
            <a:r>
              <a:rPr lang="en-US" altLang="ko-KR" dirty="0"/>
              <a:t>2</a:t>
            </a:r>
            <a:r>
              <a:rPr lang="ko-KR" altLang="en-US" dirty="0"/>
              <a:t>차원 공간에서는 복잡한 비선형 결정 경계가 만들어진다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21624-450E-DA99-162A-75C75BDB5A97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5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EE438B-2151-772C-0A23-DC762EA72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6" y="1984037"/>
            <a:ext cx="5862217" cy="246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1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FCB9-2807-5AE8-2981-24ABF999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7220F8-4257-633C-8DDB-36D7BCACC021}"/>
              </a:ext>
            </a:extLst>
          </p:cNvPr>
          <p:cNvSpPr txBox="1"/>
          <p:nvPr/>
        </p:nvSpPr>
        <p:spPr>
          <a:xfrm>
            <a:off x="5938683" y="17208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SVM </a:t>
            </a:r>
            <a:r>
              <a:rPr lang="ko-KR" altLang="en-US" b="1" dirty="0"/>
              <a:t>회귀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SVR</a:t>
            </a:r>
            <a:r>
              <a:rPr lang="ko-KR" altLang="en-US" dirty="0"/>
              <a:t>은 </a:t>
            </a:r>
            <a:r>
              <a:rPr lang="en-US" altLang="ko-KR" dirty="0"/>
              <a:t>SVM </a:t>
            </a:r>
            <a:r>
              <a:rPr lang="ko-KR" altLang="en-US" dirty="0"/>
              <a:t>회귀 모델이다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Kernel=“poly”</a:t>
            </a:r>
            <a:r>
              <a:rPr lang="ko-KR" altLang="en-US" dirty="0"/>
              <a:t>를 사용하여 비선형 회귀를 수행한다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epsilon=0.1</a:t>
            </a:r>
            <a:r>
              <a:rPr lang="ko-KR" altLang="en-US" dirty="0"/>
              <a:t>은 도로 폭을 </a:t>
            </a:r>
            <a:r>
              <a:rPr lang="en-US" altLang="ko-KR" dirty="0"/>
              <a:t>0.1</a:t>
            </a:r>
            <a:r>
              <a:rPr lang="ko-KR" altLang="en-US" dirty="0"/>
              <a:t>로 설정한다</a:t>
            </a:r>
            <a:r>
              <a:rPr lang="en-US" altLang="ko-KR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</a:t>
            </a:r>
            <a:r>
              <a:rPr lang="ko-KR" altLang="en-US" dirty="0"/>
              <a:t>는 회귀에서도 규제 역할을 한다</a:t>
            </a:r>
            <a:r>
              <a:rPr lang="en-US" altLang="ko-KR" dirty="0"/>
              <a:t>. C=100 </a:t>
            </a:r>
            <a:r>
              <a:rPr lang="ko-KR" altLang="en-US" dirty="0"/>
              <a:t>은 규제가 약하고</a:t>
            </a:r>
            <a:r>
              <a:rPr lang="en-US" altLang="ko-KR" dirty="0"/>
              <a:t>, C=0.01</a:t>
            </a:r>
            <a:r>
              <a:rPr lang="ko-KR" altLang="en-US"/>
              <a:t>은 규제가 강하다는 뜻이다</a:t>
            </a:r>
            <a:r>
              <a:rPr lang="en-US" altLang="ko-KR"/>
              <a:t>.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E87AA-9C7D-9C5C-92AB-57CC9AE88045}"/>
              </a:ext>
            </a:extLst>
          </p:cNvPr>
          <p:cNvSpPr txBox="1"/>
          <p:nvPr/>
        </p:nvSpPr>
        <p:spPr>
          <a:xfrm>
            <a:off x="5045522" y="265471"/>
            <a:ext cx="1786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Chapter 5</a:t>
            </a:r>
            <a:endParaRPr lang="ko-KR" altLang="en-US" sz="2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DB40AF5-597B-4956-440C-99A1E0008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80" y="2571631"/>
            <a:ext cx="5956463" cy="153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6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2473</TotalTime>
  <Words>405</Words>
  <Application>Microsoft Office PowerPoint</Application>
  <PresentationFormat>와이드스크린</PresentationFormat>
  <Paragraphs>87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예서 이</dc:creator>
  <cp:lastModifiedBy>예서 이</cp:lastModifiedBy>
  <cp:revision>1</cp:revision>
  <dcterms:created xsi:type="dcterms:W3CDTF">2025-10-09T10:19:11Z</dcterms:created>
  <dcterms:modified xsi:type="dcterms:W3CDTF">2025-10-31T13:05:49Z</dcterms:modified>
</cp:coreProperties>
</file>