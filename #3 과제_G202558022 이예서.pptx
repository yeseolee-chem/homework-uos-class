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56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AF2CC-50EB-46F3-BBD3-A0B3C044D8F0}" v="20" dt="2025-12-15T13:36:47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예서 이" userId="1914c1b7e6e8aa8a" providerId="LiveId" clId="{4F659EE3-8003-46ED-9E8F-0C50C411410D}"/>
    <pc:docChg chg="undo custSel addSld delSld modSld sldOrd modMainMaster">
      <pc:chgData name="예서 이" userId="1914c1b7e6e8aa8a" providerId="LiveId" clId="{4F659EE3-8003-46ED-9E8F-0C50C411410D}" dt="2025-12-15T13:37:07.456" v="4561" actId="1076"/>
      <pc:docMkLst>
        <pc:docMk/>
      </pc:docMkLst>
      <pc:sldChg chg="addSp delSp modSp mod">
        <pc:chgData name="예서 이" userId="1914c1b7e6e8aa8a" providerId="LiveId" clId="{4F659EE3-8003-46ED-9E8F-0C50C411410D}" dt="2025-12-15T13:26:11.217" v="4240" actId="20577"/>
        <pc:sldMkLst>
          <pc:docMk/>
          <pc:sldMk cId="3210960253" sldId="256"/>
        </pc:sldMkLst>
        <pc:spChg chg="mod">
          <ac:chgData name="예서 이" userId="1914c1b7e6e8aa8a" providerId="LiveId" clId="{4F659EE3-8003-46ED-9E8F-0C50C411410D}" dt="2025-12-15T13:26:11.217" v="4240" actId="20577"/>
          <ac:spMkLst>
            <pc:docMk/>
            <pc:sldMk cId="3210960253" sldId="256"/>
            <ac:spMk id="7" creationId="{8E9EF114-2398-D6F5-3926-7AEA9706276C}"/>
          </ac:spMkLst>
        </pc:spChg>
        <pc:spChg chg="mod">
          <ac:chgData name="예서 이" userId="1914c1b7e6e8aa8a" providerId="LiveId" clId="{4F659EE3-8003-46ED-9E8F-0C50C411410D}" dt="2025-12-15T13:17:12.882" v="4149" actId="20577"/>
          <ac:spMkLst>
            <pc:docMk/>
            <pc:sldMk cId="3210960253" sldId="256"/>
            <ac:spMk id="8" creationId="{AE73A2D3-9897-B1DA-1205-9853C1578FA7}"/>
          </ac:spMkLst>
        </pc:spChg>
        <pc:picChg chg="add del mod modCrop">
          <ac:chgData name="예서 이" userId="1914c1b7e6e8aa8a" providerId="LiveId" clId="{4F659EE3-8003-46ED-9E8F-0C50C411410D}" dt="2025-12-15T13:21:31.028" v="4182" actId="478"/>
          <ac:picMkLst>
            <pc:docMk/>
            <pc:sldMk cId="3210960253" sldId="256"/>
            <ac:picMk id="3" creationId="{50C6FBCE-B159-7154-399C-605E38ACD4B6}"/>
          </ac:picMkLst>
        </pc:picChg>
        <pc:picChg chg="del">
          <ac:chgData name="예서 이" userId="1914c1b7e6e8aa8a" providerId="LiveId" clId="{4F659EE3-8003-46ED-9E8F-0C50C411410D}" dt="2025-12-15T13:19:24.329" v="4164" actId="478"/>
          <ac:picMkLst>
            <pc:docMk/>
            <pc:sldMk cId="3210960253" sldId="256"/>
            <ac:picMk id="4" creationId="{40C9E05A-9EDD-BE28-EE74-3ADB3D3D363A}"/>
          </ac:picMkLst>
        </pc:picChg>
        <pc:picChg chg="add mod">
          <ac:chgData name="예서 이" userId="1914c1b7e6e8aa8a" providerId="LiveId" clId="{4F659EE3-8003-46ED-9E8F-0C50C411410D}" dt="2025-12-15T13:22:53.146" v="4190" actId="1076"/>
          <ac:picMkLst>
            <pc:docMk/>
            <pc:sldMk cId="3210960253" sldId="256"/>
            <ac:picMk id="6" creationId="{46F2658E-A27F-79DB-8C5A-6C82675745EB}"/>
          </ac:picMkLst>
        </pc:picChg>
      </pc:sldChg>
      <pc:sldChg chg="addSp delSp modSp add mod ord">
        <pc:chgData name="예서 이" userId="1914c1b7e6e8aa8a" providerId="LiveId" clId="{4F659EE3-8003-46ED-9E8F-0C50C411410D}" dt="2025-12-15T13:17:06.378" v="4147" actId="20577"/>
        <pc:sldMkLst>
          <pc:docMk/>
          <pc:sldMk cId="3418178228" sldId="259"/>
        </pc:sldMkLst>
        <pc:spChg chg="add mod">
          <ac:chgData name="예서 이" userId="1914c1b7e6e8aa8a" providerId="LiveId" clId="{4F659EE3-8003-46ED-9E8F-0C50C411410D}" dt="2025-12-15T13:17:06.378" v="4147" actId="20577"/>
          <ac:spMkLst>
            <pc:docMk/>
            <pc:sldMk cId="3418178228" sldId="259"/>
            <ac:spMk id="2" creationId="{9360E253-5CD5-1A1C-C640-6AB23C687C6D}"/>
          </ac:spMkLst>
        </pc:spChg>
      </pc:sldChg>
      <pc:sldChg chg="addSp delSp modSp mod">
        <pc:chgData name="예서 이" userId="1914c1b7e6e8aa8a" providerId="LiveId" clId="{4F659EE3-8003-46ED-9E8F-0C50C411410D}" dt="2025-12-15T13:28:29.545" v="4278" actId="113"/>
        <pc:sldMkLst>
          <pc:docMk/>
          <pc:sldMk cId="2474957295" sldId="260"/>
        </pc:sldMkLst>
        <pc:spChg chg="add mod">
          <ac:chgData name="예서 이" userId="1914c1b7e6e8aa8a" providerId="LiveId" clId="{4F659EE3-8003-46ED-9E8F-0C50C411410D}" dt="2025-12-15T13:17:17.661" v="4151"/>
          <ac:spMkLst>
            <pc:docMk/>
            <pc:sldMk cId="2474957295" sldId="260"/>
            <ac:spMk id="2" creationId="{5D8CEA07-7067-9224-A081-86FF993FB236}"/>
          </ac:spMkLst>
        </pc:spChg>
        <pc:spChg chg="mod">
          <ac:chgData name="예서 이" userId="1914c1b7e6e8aa8a" providerId="LiveId" clId="{4F659EE3-8003-46ED-9E8F-0C50C411410D}" dt="2025-12-15T13:28:29.545" v="4278" actId="113"/>
          <ac:spMkLst>
            <pc:docMk/>
            <pc:sldMk cId="2474957295" sldId="260"/>
            <ac:spMk id="7" creationId="{0E70D458-16A8-ED75-EB01-C3A05203917E}"/>
          </ac:spMkLst>
        </pc:spChg>
        <pc:spChg chg="del">
          <ac:chgData name="예서 이" userId="1914c1b7e6e8aa8a" providerId="LiveId" clId="{4F659EE3-8003-46ED-9E8F-0C50C411410D}" dt="2025-12-15T13:17:17.508" v="4150" actId="478"/>
          <ac:spMkLst>
            <pc:docMk/>
            <pc:sldMk cId="2474957295" sldId="260"/>
            <ac:spMk id="8" creationId="{5CD6DE02-7330-14AD-3398-5554B8CD63CB}"/>
          </ac:spMkLst>
        </pc:spChg>
        <pc:picChg chg="del">
          <ac:chgData name="예서 이" userId="1914c1b7e6e8aa8a" providerId="LiveId" clId="{4F659EE3-8003-46ED-9E8F-0C50C411410D}" dt="2025-12-15T13:19:25.105" v="4165" actId="478"/>
          <ac:picMkLst>
            <pc:docMk/>
            <pc:sldMk cId="2474957295" sldId="260"/>
            <ac:picMk id="3" creationId="{8E01AEB3-89E6-9188-A697-843389EC3BE5}"/>
          </ac:picMkLst>
        </pc:picChg>
        <pc:picChg chg="add mod">
          <ac:chgData name="예서 이" userId="1914c1b7e6e8aa8a" providerId="LiveId" clId="{4F659EE3-8003-46ED-9E8F-0C50C411410D}" dt="2025-12-15T13:27:41.386" v="4247" actId="1076"/>
          <ac:picMkLst>
            <pc:docMk/>
            <pc:sldMk cId="2474957295" sldId="260"/>
            <ac:picMk id="5" creationId="{6D2E06F7-59CF-C25C-965F-B882B8A21037}"/>
          </ac:picMkLst>
        </pc:picChg>
      </pc:sldChg>
      <pc:sldChg chg="addSp delSp modSp mod">
        <pc:chgData name="예서 이" userId="1914c1b7e6e8aa8a" providerId="LiveId" clId="{4F659EE3-8003-46ED-9E8F-0C50C411410D}" dt="2025-12-15T13:29:51.564" v="4340" actId="1076"/>
        <pc:sldMkLst>
          <pc:docMk/>
          <pc:sldMk cId="165418218" sldId="261"/>
        </pc:sldMkLst>
        <pc:spChg chg="add mod">
          <ac:chgData name="예서 이" userId="1914c1b7e6e8aa8a" providerId="LiveId" clId="{4F659EE3-8003-46ED-9E8F-0C50C411410D}" dt="2025-12-15T13:17:20.614" v="4153"/>
          <ac:spMkLst>
            <pc:docMk/>
            <pc:sldMk cId="165418218" sldId="261"/>
            <ac:spMk id="2" creationId="{050977B9-577C-6A4E-4185-AE364A3D2296}"/>
          </ac:spMkLst>
        </pc:spChg>
        <pc:spChg chg="mod">
          <ac:chgData name="예서 이" userId="1914c1b7e6e8aa8a" providerId="LiveId" clId="{4F659EE3-8003-46ED-9E8F-0C50C411410D}" dt="2025-12-15T13:29:51.564" v="4340" actId="1076"/>
          <ac:spMkLst>
            <pc:docMk/>
            <pc:sldMk cId="165418218" sldId="261"/>
            <ac:spMk id="7" creationId="{C3C7A0F4-E4D4-F7C2-96DE-CD1502E5AE52}"/>
          </ac:spMkLst>
        </pc:spChg>
        <pc:spChg chg="del">
          <ac:chgData name="예서 이" userId="1914c1b7e6e8aa8a" providerId="LiveId" clId="{4F659EE3-8003-46ED-9E8F-0C50C411410D}" dt="2025-12-15T13:17:20.507" v="4152" actId="478"/>
          <ac:spMkLst>
            <pc:docMk/>
            <pc:sldMk cId="165418218" sldId="261"/>
            <ac:spMk id="8" creationId="{84DFB1DE-630C-99C8-C147-73D1D46A0B53}"/>
          </ac:spMkLst>
        </pc:spChg>
        <pc:picChg chg="del">
          <ac:chgData name="예서 이" userId="1914c1b7e6e8aa8a" providerId="LiveId" clId="{4F659EE3-8003-46ED-9E8F-0C50C411410D}" dt="2025-12-15T13:19:25.951" v="4166" actId="478"/>
          <ac:picMkLst>
            <pc:docMk/>
            <pc:sldMk cId="165418218" sldId="261"/>
            <ac:picMk id="4" creationId="{00F81DED-1685-78D9-7467-453EF48ECE13}"/>
          </ac:picMkLst>
        </pc:picChg>
        <pc:picChg chg="add mod">
          <ac:chgData name="예서 이" userId="1914c1b7e6e8aa8a" providerId="LiveId" clId="{4F659EE3-8003-46ED-9E8F-0C50C411410D}" dt="2025-12-15T13:28:59.598" v="4284" actId="1076"/>
          <ac:picMkLst>
            <pc:docMk/>
            <pc:sldMk cId="165418218" sldId="261"/>
            <ac:picMk id="5" creationId="{F6062678-1BC4-2ED3-CF60-58AA0D80187B}"/>
          </ac:picMkLst>
        </pc:picChg>
      </pc:sldChg>
      <pc:sldChg chg="addSp delSp modSp mod">
        <pc:chgData name="예서 이" userId="1914c1b7e6e8aa8a" providerId="LiveId" clId="{4F659EE3-8003-46ED-9E8F-0C50C411410D}" dt="2025-12-15T13:31:24.280" v="4407" actId="1076"/>
        <pc:sldMkLst>
          <pc:docMk/>
          <pc:sldMk cId="967743581" sldId="262"/>
        </pc:sldMkLst>
        <pc:spChg chg="add mod">
          <ac:chgData name="예서 이" userId="1914c1b7e6e8aa8a" providerId="LiveId" clId="{4F659EE3-8003-46ED-9E8F-0C50C411410D}" dt="2025-12-15T13:17:23.743" v="4155"/>
          <ac:spMkLst>
            <pc:docMk/>
            <pc:sldMk cId="967743581" sldId="262"/>
            <ac:spMk id="2" creationId="{0C8DE516-2EAD-B862-8635-437C457F35F4}"/>
          </ac:spMkLst>
        </pc:spChg>
        <pc:spChg chg="mod">
          <ac:chgData name="예서 이" userId="1914c1b7e6e8aa8a" providerId="LiveId" clId="{4F659EE3-8003-46ED-9E8F-0C50C411410D}" dt="2025-12-15T13:31:24.280" v="4407" actId="1076"/>
          <ac:spMkLst>
            <pc:docMk/>
            <pc:sldMk cId="967743581" sldId="262"/>
            <ac:spMk id="7" creationId="{79507D37-25AD-03BD-DE0F-C2CB8F30DE91}"/>
          </ac:spMkLst>
        </pc:spChg>
        <pc:spChg chg="del">
          <ac:chgData name="예서 이" userId="1914c1b7e6e8aa8a" providerId="LiveId" clId="{4F659EE3-8003-46ED-9E8F-0C50C411410D}" dt="2025-12-15T13:17:23.612" v="4154" actId="478"/>
          <ac:spMkLst>
            <pc:docMk/>
            <pc:sldMk cId="967743581" sldId="262"/>
            <ac:spMk id="8" creationId="{825BB012-80F5-99FE-3C88-E811155817EA}"/>
          </ac:spMkLst>
        </pc:spChg>
        <pc:picChg chg="del">
          <ac:chgData name="예서 이" userId="1914c1b7e6e8aa8a" providerId="LiveId" clId="{4F659EE3-8003-46ED-9E8F-0C50C411410D}" dt="2025-12-15T13:19:27.063" v="4167" actId="478"/>
          <ac:picMkLst>
            <pc:docMk/>
            <pc:sldMk cId="967743581" sldId="262"/>
            <ac:picMk id="3" creationId="{AD54F5CE-A4FA-F972-F363-4A1F182F39A7}"/>
          </ac:picMkLst>
        </pc:picChg>
        <pc:picChg chg="add mod">
          <ac:chgData name="예서 이" userId="1914c1b7e6e8aa8a" providerId="LiveId" clId="{4F659EE3-8003-46ED-9E8F-0C50C411410D}" dt="2025-12-15T13:30:21.763" v="4346" actId="1076"/>
          <ac:picMkLst>
            <pc:docMk/>
            <pc:sldMk cId="967743581" sldId="262"/>
            <ac:picMk id="5" creationId="{038A683A-A117-387B-825A-A754A959151E}"/>
          </ac:picMkLst>
        </pc:picChg>
      </pc:sldChg>
      <pc:sldChg chg="addSp delSp modSp mod">
        <pc:chgData name="예서 이" userId="1914c1b7e6e8aa8a" providerId="LiveId" clId="{4F659EE3-8003-46ED-9E8F-0C50C411410D}" dt="2025-12-15T13:34:01.574" v="4463" actId="20577"/>
        <pc:sldMkLst>
          <pc:docMk/>
          <pc:sldMk cId="1028376380" sldId="263"/>
        </pc:sldMkLst>
        <pc:spChg chg="add mod">
          <ac:chgData name="예서 이" userId="1914c1b7e6e8aa8a" providerId="LiveId" clId="{4F659EE3-8003-46ED-9E8F-0C50C411410D}" dt="2025-12-15T13:17:30.481" v="4159" actId="20577"/>
          <ac:spMkLst>
            <pc:docMk/>
            <pc:sldMk cId="1028376380" sldId="263"/>
            <ac:spMk id="2" creationId="{3B435CA2-EF54-084C-9657-D65E71BF3C15}"/>
          </ac:spMkLst>
        </pc:spChg>
        <pc:spChg chg="mod">
          <ac:chgData name="예서 이" userId="1914c1b7e6e8aa8a" providerId="LiveId" clId="{4F659EE3-8003-46ED-9E8F-0C50C411410D}" dt="2025-12-15T13:34:01.574" v="4463" actId="20577"/>
          <ac:spMkLst>
            <pc:docMk/>
            <pc:sldMk cId="1028376380" sldId="263"/>
            <ac:spMk id="7" creationId="{FAE660CA-F668-50D2-7AC0-C8AC96315AC1}"/>
          </ac:spMkLst>
        </pc:spChg>
        <pc:spChg chg="del">
          <ac:chgData name="예서 이" userId="1914c1b7e6e8aa8a" providerId="LiveId" clId="{4F659EE3-8003-46ED-9E8F-0C50C411410D}" dt="2025-12-15T13:17:27.989" v="4156" actId="478"/>
          <ac:spMkLst>
            <pc:docMk/>
            <pc:sldMk cId="1028376380" sldId="263"/>
            <ac:spMk id="8" creationId="{46F007A1-D23A-D8A8-9936-F6A157DA80C5}"/>
          </ac:spMkLst>
        </pc:spChg>
        <pc:picChg chg="del">
          <ac:chgData name="예서 이" userId="1914c1b7e6e8aa8a" providerId="LiveId" clId="{4F659EE3-8003-46ED-9E8F-0C50C411410D}" dt="2025-12-15T13:33:04.998" v="4408" actId="478"/>
          <ac:picMkLst>
            <pc:docMk/>
            <pc:sldMk cId="1028376380" sldId="263"/>
            <ac:picMk id="4" creationId="{384E1F03-9880-23E1-1E30-1F2E7BE36BD3}"/>
          </ac:picMkLst>
        </pc:picChg>
        <pc:picChg chg="add mod">
          <ac:chgData name="예서 이" userId="1914c1b7e6e8aa8a" providerId="LiveId" clId="{4F659EE3-8003-46ED-9E8F-0C50C411410D}" dt="2025-12-15T13:33:07.634" v="4412" actId="1076"/>
          <ac:picMkLst>
            <pc:docMk/>
            <pc:sldMk cId="1028376380" sldId="263"/>
            <ac:picMk id="5" creationId="{76113812-EDE5-2475-D392-7F32F1C19287}"/>
          </ac:picMkLst>
        </pc:picChg>
      </pc:sldChg>
      <pc:sldChg chg="addSp delSp modSp mod">
        <pc:chgData name="예서 이" userId="1914c1b7e6e8aa8a" providerId="LiveId" clId="{4F659EE3-8003-46ED-9E8F-0C50C411410D}" dt="2025-12-15T13:35:21.126" v="4517" actId="1076"/>
        <pc:sldMkLst>
          <pc:docMk/>
          <pc:sldMk cId="2574811062" sldId="264"/>
        </pc:sldMkLst>
        <pc:spChg chg="add mod">
          <ac:chgData name="예서 이" userId="1914c1b7e6e8aa8a" providerId="LiveId" clId="{4F659EE3-8003-46ED-9E8F-0C50C411410D}" dt="2025-12-15T13:17:36.471" v="4161"/>
          <ac:spMkLst>
            <pc:docMk/>
            <pc:sldMk cId="2574811062" sldId="264"/>
            <ac:spMk id="2" creationId="{20F78026-698C-44AF-BB70-D5D799A0C552}"/>
          </ac:spMkLst>
        </pc:spChg>
        <pc:spChg chg="mod">
          <ac:chgData name="예서 이" userId="1914c1b7e6e8aa8a" providerId="LiveId" clId="{4F659EE3-8003-46ED-9E8F-0C50C411410D}" dt="2025-12-15T13:35:21.126" v="4517" actId="1076"/>
          <ac:spMkLst>
            <pc:docMk/>
            <pc:sldMk cId="2574811062" sldId="264"/>
            <ac:spMk id="7" creationId="{3DE390EC-08AE-C2CD-F5D2-FC0F3B66ACE7}"/>
          </ac:spMkLst>
        </pc:spChg>
        <pc:spChg chg="del">
          <ac:chgData name="예서 이" userId="1914c1b7e6e8aa8a" providerId="LiveId" clId="{4F659EE3-8003-46ED-9E8F-0C50C411410D}" dt="2025-12-15T13:17:36.050" v="4160" actId="478"/>
          <ac:spMkLst>
            <pc:docMk/>
            <pc:sldMk cId="2574811062" sldId="264"/>
            <ac:spMk id="8" creationId="{62621624-450E-DA99-162A-75C75BDB5A97}"/>
          </ac:spMkLst>
        </pc:spChg>
        <pc:picChg chg="del">
          <ac:chgData name="예서 이" userId="1914c1b7e6e8aa8a" providerId="LiveId" clId="{4F659EE3-8003-46ED-9E8F-0C50C411410D}" dt="2025-12-15T13:34:34.304" v="4464" actId="478"/>
          <ac:picMkLst>
            <pc:docMk/>
            <pc:sldMk cId="2574811062" sldId="264"/>
            <ac:picMk id="3" creationId="{36EE438B-2151-772C-0A23-DC762EA72AD2}"/>
          </ac:picMkLst>
        </pc:picChg>
        <pc:picChg chg="add mod">
          <ac:chgData name="예서 이" userId="1914c1b7e6e8aa8a" providerId="LiveId" clId="{4F659EE3-8003-46ED-9E8F-0C50C411410D}" dt="2025-12-15T13:34:39.654" v="4468" actId="1076"/>
          <ac:picMkLst>
            <pc:docMk/>
            <pc:sldMk cId="2574811062" sldId="264"/>
            <ac:picMk id="5" creationId="{30894806-F967-B2C0-37CA-0C4785566845}"/>
          </ac:picMkLst>
        </pc:picChg>
      </pc:sldChg>
      <pc:sldChg chg="addSp delSp modSp mod">
        <pc:chgData name="예서 이" userId="1914c1b7e6e8aa8a" providerId="LiveId" clId="{4F659EE3-8003-46ED-9E8F-0C50C411410D}" dt="2025-12-15T13:37:07.456" v="4561" actId="1076"/>
        <pc:sldMkLst>
          <pc:docMk/>
          <pc:sldMk cId="3474862853" sldId="265"/>
        </pc:sldMkLst>
        <pc:spChg chg="add mod">
          <ac:chgData name="예서 이" userId="1914c1b7e6e8aa8a" providerId="LiveId" clId="{4F659EE3-8003-46ED-9E8F-0C50C411410D}" dt="2025-12-15T13:17:39.582" v="4163"/>
          <ac:spMkLst>
            <pc:docMk/>
            <pc:sldMk cId="3474862853" sldId="265"/>
            <ac:spMk id="2" creationId="{5C8F3D78-B156-BCE2-E19B-6F8C84BB5DED}"/>
          </ac:spMkLst>
        </pc:spChg>
        <pc:spChg chg="del">
          <ac:chgData name="예서 이" userId="1914c1b7e6e8aa8a" providerId="LiveId" clId="{4F659EE3-8003-46ED-9E8F-0C50C411410D}" dt="2025-12-15T13:36:23.268" v="4525" actId="478"/>
          <ac:spMkLst>
            <pc:docMk/>
            <pc:sldMk cId="3474862853" sldId="265"/>
            <ac:spMk id="7" creationId="{667220F8-4257-633C-8DDB-36D7BCACC021}"/>
          </ac:spMkLst>
        </pc:spChg>
        <pc:spChg chg="del">
          <ac:chgData name="예서 이" userId="1914c1b7e6e8aa8a" providerId="LiveId" clId="{4F659EE3-8003-46ED-9E8F-0C50C411410D}" dt="2025-12-15T13:17:39.413" v="4162" actId="478"/>
          <ac:spMkLst>
            <pc:docMk/>
            <pc:sldMk cId="3474862853" sldId="265"/>
            <ac:spMk id="8" creationId="{051E87AA-9C7D-9C5C-92AB-57CC9AE88045}"/>
          </ac:spMkLst>
        </pc:spChg>
        <pc:spChg chg="add mod">
          <ac:chgData name="예서 이" userId="1914c1b7e6e8aa8a" providerId="LiveId" clId="{4F659EE3-8003-46ED-9E8F-0C50C411410D}" dt="2025-12-15T13:37:07.456" v="4561" actId="1076"/>
          <ac:spMkLst>
            <pc:docMk/>
            <pc:sldMk cId="3474862853" sldId="265"/>
            <ac:spMk id="10" creationId="{F2D8BB52-690A-B5EF-27C4-ED6F48551DD1}"/>
          </ac:spMkLst>
        </pc:spChg>
        <pc:picChg chg="del">
          <ac:chgData name="예서 이" userId="1914c1b7e6e8aa8a" providerId="LiveId" clId="{4F659EE3-8003-46ED-9E8F-0C50C411410D}" dt="2025-12-15T13:36:02.991" v="4518" actId="478"/>
          <ac:picMkLst>
            <pc:docMk/>
            <pc:sldMk cId="3474862853" sldId="265"/>
            <ac:picMk id="4" creationId="{6DB40AF5-597B-4956-440C-99A1E0008459}"/>
          </ac:picMkLst>
        </pc:picChg>
        <pc:picChg chg="add mod">
          <ac:chgData name="예서 이" userId="1914c1b7e6e8aa8a" providerId="LiveId" clId="{4F659EE3-8003-46ED-9E8F-0C50C411410D}" dt="2025-12-15T13:36:56.502" v="4551" actId="1076"/>
          <ac:picMkLst>
            <pc:docMk/>
            <pc:sldMk cId="3474862853" sldId="265"/>
            <ac:picMk id="5" creationId="{90580AC1-F916-E410-5CA8-4A30F53F70F6}"/>
          </ac:picMkLst>
        </pc:picChg>
        <pc:picChg chg="add mod">
          <ac:chgData name="예서 이" userId="1914c1b7e6e8aa8a" providerId="LiveId" clId="{4F659EE3-8003-46ED-9E8F-0C50C411410D}" dt="2025-12-15T13:36:28.295" v="4531" actId="1076"/>
          <ac:picMkLst>
            <pc:docMk/>
            <pc:sldMk cId="3474862853" sldId="265"/>
            <ac:picMk id="9" creationId="{0C3740C4-C39A-DDB0-F85E-A418D55A7D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286D9-9309-40BB-8D18-C8A7F14A40E6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08689-32BF-4F22-92F3-D151A5C31A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1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434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6A0B4-F98E-0DFC-73D2-2847C5458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92A9E-758A-0AEC-4E5C-6FAB80CE9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927319-3BBE-FD71-5C04-C7BF33B24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FDCC09-2183-7D07-04ED-BED59542D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434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DB10-ABFD-4985-E0EE-E6985EC4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A522DA-6D4B-E24A-F5C2-70A7A434F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C7F33B-75D4-BEC4-543C-99B3719C4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E80A50-72C5-D58C-3882-6F12084DE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55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AFA1-1A8F-D1FB-E142-EB4E5800B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E8A528-73AF-1C0F-463A-4E690DDD5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9D34B2-037F-3FA8-B4A2-2C5CA7AA2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101F25-0E38-9C0C-8FF8-E2F898D0C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577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B997B-582F-0A22-A4FB-CBABD4C9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350822-144E-7415-A893-53EB1978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4E47FC-E2D9-DAA0-9EB6-9C5B951AF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F6F934-2E5E-01CA-5034-FB79EEDD6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782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DA13E-B9C1-7E17-D7F8-0B200A6B2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B0311F-4E61-868A-436F-AB284DEB7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BCA666-5C1B-9A44-AB47-2C0C32E27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89CF5-0BF6-D2CB-AFF7-E87E4EB17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236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EC32-5D1E-4E26-8E40-0D9795D4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351778-8833-095B-6C09-CD35CCE31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04019F-F456-D7DC-05AF-1EB5A747B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33D47-6318-3E14-5CE8-E6A988C26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033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1051D-0B5B-CCB9-B4C6-6E19D7BFE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E73D68-E04A-C6E2-4637-0AD985EA2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560247-3938-56D8-37D3-D825ABE7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4D034E-1135-1D17-7DAC-3F56A835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B8454C-9C6A-881D-0F02-4E964CC9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9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FAB46-C1F5-E6E1-7322-12E38F99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8B0E62-5180-0E7D-BE30-10171E1AA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F7E976-3C6E-089D-A573-32C6199B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73012-FEAC-9BE6-4F29-0921844B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96A80F-3FC3-B0D8-E4BC-71A29392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49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1DDC1-2449-30A7-A8F8-24007F2E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4F1037-D939-1F2A-625C-02A916737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A58764-C561-4E7D-B0A9-D0B2503C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17082-7CF1-9B6F-D7EE-B85D60D5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FDF56-25D5-AF9F-E074-197E1E66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901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5B951-1463-050D-BE66-6E3BAA35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333697-595D-FE7F-EDC0-0E07CE42D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11A8DF-10B8-7112-C77F-549E40898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8CB58-DC2A-3157-DEB8-CEF43A38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28DB92-D943-1D0F-F04D-98A79E6B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5E4838-4ABC-9A97-36E8-A2C5E6ED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58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A1A2F-B3A9-DFE6-75BD-A574A3E4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350F0D-F689-6CA3-4F98-9ABADD4BB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B9BE19-AA0A-8470-FDF9-AE43C6908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49A403-8D49-66AE-38F3-EBB5A7BEC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8DBD5A-4602-F9D4-39C7-26E4A0A9D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2EB9CD9-32F2-82CD-925F-19DBEF5A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952D77-E54C-E9BB-6CC5-3D5D809B2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6DB829-8FEB-2CDF-57CA-9AE494C6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68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7FB83-CDCE-0E0F-A0FD-AD6E8247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85A002-8DD6-E245-F8A5-E95A20683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0BB8FE-7676-BADB-EF28-7A3E4355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89036E-AE3E-BE00-F4A9-9FE84472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266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23AE0A-A29A-3E97-1378-D9EA6467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0A63C06-AD7E-1BCE-38E8-2DA9E2A4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DA461-B7F7-5AD2-F7A9-4A500B6E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99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9B2A5-AF6A-DF85-7726-5794B06F3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73647B-74A9-3B7A-225F-CDC622EA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4EC54A-EF9F-5DC7-A3AA-341C16614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C5F30D-1ECC-A4A6-7070-112E8694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CEADD-797E-92B5-075F-446E628E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1445F0-02A8-62D2-07C9-3B3867F8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92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93B56-BA42-9837-24DF-9F56F27C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44B647-9C86-8F12-0A76-A99E9AC06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F3B63C-67C7-467F-BC78-40D6E04C2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E97618-9ED2-DA1B-3C17-C0935BC3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FA033A-5A9E-B882-284B-1827C1A51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3A62C9-3DEF-498A-9A42-535BF85B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53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11A0A-3599-1ED0-DF04-FF24277D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9100C4-0438-F119-EF53-D947473F9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B4853-DD91-FA09-B662-F8793905A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85F22F-3FC5-AD6A-8476-8BA984E4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4E41C-CAA5-3534-2AF3-05A5BDFD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68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12C33D-6436-45A8-40CD-8274E4EAA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614940-76E8-18F4-6336-EB4671334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42C4E4-5C7B-8731-05D5-D3C4CE10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D8600-950B-20FB-F123-6FA234FE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CCB873-7ADD-7D49-A299-E6333755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29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C25BED-F428-B145-B803-7A684AD8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7F5A61-35BA-BAE4-7B75-ED1B70DBC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91F350-BD50-71A1-2855-4A63B65F9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A51F0-7848-4262-9FF3-D5E1C68B18E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F41AB7-12B5-15D8-F84D-09369A2C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78E7D-BB68-A232-A3E7-D307832B5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14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CAFE-4C81-65F6-BBDB-BD956F3F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0E253-5CD5-1A1C-C640-6AB23C687C6D}"/>
              </a:ext>
            </a:extLst>
          </p:cNvPr>
          <p:cNvSpPr txBox="1"/>
          <p:nvPr/>
        </p:nvSpPr>
        <p:spPr>
          <a:xfrm>
            <a:off x="2910675" y="2014905"/>
            <a:ext cx="6370655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 err="1"/>
              <a:t>머신러닝과</a:t>
            </a:r>
            <a:r>
              <a:rPr lang="ko-KR" altLang="en-US" sz="4000" dirty="0"/>
              <a:t> 응용 과제 제출</a:t>
            </a:r>
            <a:endParaRPr lang="en-US" altLang="ko-KR" sz="4000" dirty="0"/>
          </a:p>
          <a:p>
            <a:pPr algn="ctr"/>
            <a:r>
              <a:rPr lang="en-US" altLang="ko-KR" dirty="0"/>
              <a:t>ch6 &amp; ch7 </a:t>
            </a:r>
            <a:r>
              <a:rPr lang="ko-KR" altLang="en-US" dirty="0"/>
              <a:t>실습 수행</a:t>
            </a:r>
            <a:endParaRPr lang="en-US" altLang="ko-KR" sz="4000" dirty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/>
          </a:p>
          <a:p>
            <a:pPr algn="ctr"/>
            <a:r>
              <a:rPr lang="en-US" altLang="ko-KR" sz="2400" dirty="0"/>
              <a:t>G202558022</a:t>
            </a:r>
          </a:p>
          <a:p>
            <a:pPr algn="ctr"/>
            <a:r>
              <a:rPr lang="ko-KR" altLang="en-US" sz="2400" dirty="0"/>
              <a:t>이예서</a:t>
            </a:r>
          </a:p>
        </p:txBody>
      </p:sp>
    </p:spTree>
    <p:extLst>
      <p:ext uri="{BB962C8B-B14F-4D97-AF65-F5344CB8AC3E}">
        <p14:creationId xmlns:p14="http://schemas.microsoft.com/office/powerpoint/2010/main" val="341817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9EF114-2398-D6F5-3926-7AEA9706276C}"/>
              </a:ext>
            </a:extLst>
          </p:cNvPr>
          <p:cNvSpPr txBox="1"/>
          <p:nvPr/>
        </p:nvSpPr>
        <p:spPr>
          <a:xfrm>
            <a:off x="6225394" y="201095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en-US" altLang="ko-KR" b="1" dirty="0" err="1"/>
              <a:t>DecisionTreeClassifier</a:t>
            </a:r>
            <a:r>
              <a:rPr lang="ko-KR" altLang="en-US" b="1" dirty="0"/>
              <a:t>를 사용 하여 학습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max_depth</a:t>
            </a:r>
            <a:r>
              <a:rPr lang="en-US" altLang="ko-KR" dirty="0"/>
              <a:t>=2</a:t>
            </a:r>
            <a:r>
              <a:rPr lang="ko-KR" altLang="en-US" dirty="0"/>
              <a:t>로 설정하여 트리의 깊이를 제한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학습 후 </a:t>
            </a:r>
            <a:r>
              <a:rPr lang="en-US" altLang="ko-KR" dirty="0" err="1"/>
              <a:t>export_graphviz</a:t>
            </a:r>
            <a:r>
              <a:rPr lang="ko-KR" altLang="en-US" dirty="0"/>
              <a:t> 함수를 통해 트리의 구조</a:t>
            </a:r>
            <a:r>
              <a:rPr lang="en-US" altLang="ko-KR" dirty="0"/>
              <a:t>(</a:t>
            </a:r>
            <a:r>
              <a:rPr lang="ko-KR" altLang="en-US" dirty="0"/>
              <a:t>노드</a:t>
            </a:r>
            <a:r>
              <a:rPr lang="en-US" altLang="ko-KR" dirty="0"/>
              <a:t>, </a:t>
            </a:r>
            <a:r>
              <a:rPr lang="ko-KR" altLang="en-US" dirty="0"/>
              <a:t>분할 기준</a:t>
            </a:r>
            <a:r>
              <a:rPr lang="en-US" altLang="ko-KR" dirty="0"/>
              <a:t>, </a:t>
            </a:r>
            <a:r>
              <a:rPr lang="ko-KR" altLang="en-US" dirty="0"/>
              <a:t>지니 불순도 등</a:t>
            </a:r>
            <a:r>
              <a:rPr lang="en-US" altLang="ko-KR" dirty="0"/>
              <a:t>)</a:t>
            </a:r>
            <a:r>
              <a:rPr lang="ko-KR" altLang="en-US" dirty="0"/>
              <a:t>를 시각화 가능한 </a:t>
            </a:r>
            <a:r>
              <a:rPr lang="en-US" altLang="ko-KR" dirty="0"/>
              <a:t>.dot</a:t>
            </a:r>
            <a:r>
              <a:rPr lang="ko-KR" altLang="en-US" dirty="0"/>
              <a:t> 파일로 출력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결정 트리가 어떻게 데이터를 분할하여 예측을 수행하는지 직관적으로 이해하게 해주는 모델의 특징을 잘 보여줍니다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3A2D3-9897-B1DA-1205-9853C1578FA7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6</a:t>
            </a:r>
            <a:endParaRPr lang="ko-KR" altLang="en-US" sz="2800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F2658E-A27F-79DB-8C5A-6C8267574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3" y="1170039"/>
            <a:ext cx="6193431" cy="482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6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4E1C-61AE-5F93-934B-F0EE7D8D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70D458-16A8-ED75-EB01-C3A05203917E}"/>
              </a:ext>
            </a:extLst>
          </p:cNvPr>
          <p:cNvSpPr txBox="1"/>
          <p:nvPr/>
        </p:nvSpPr>
        <p:spPr>
          <a:xfrm>
            <a:off x="6434435" y="2352648"/>
            <a:ext cx="55707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학습된 결정 트리가 특성 공간을 어떻게 나누는지</a:t>
            </a:r>
            <a:r>
              <a:rPr lang="en-US" altLang="ko-KR" b="1" dirty="0"/>
              <a:t> </a:t>
            </a:r>
            <a:r>
              <a:rPr lang="ko-KR" altLang="en-US" b="1" dirty="0"/>
              <a:t>시각화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깊이가 깊어질수록</a:t>
            </a:r>
            <a:r>
              <a:rPr lang="en-US" altLang="ko-KR" dirty="0"/>
              <a:t>(Depth=0, 1, 2) </a:t>
            </a:r>
            <a:r>
              <a:rPr lang="ko-KR" altLang="en-US" dirty="0"/>
              <a:t>수직</a:t>
            </a:r>
            <a:r>
              <a:rPr lang="en-US" altLang="ko-KR" dirty="0"/>
              <a:t>/</a:t>
            </a:r>
            <a:r>
              <a:rPr lang="ko-KR" altLang="en-US" dirty="0"/>
              <a:t>수평 선을 그어 공간을 사각형 영역으로 분할해 나가는 과정을 시각적으로 확인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트리는 데이터가 섞여 있는 영역을 순수하게 만들기 위해 계속해서 축에 수직인 경계를 생성합니다</a:t>
            </a:r>
            <a:r>
              <a:rPr lang="en-US" altLang="ko-KR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CEA07-7067-9224-A081-86FF993FB236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6</a:t>
            </a:r>
            <a:endParaRPr lang="ko-KR" altLang="en-US" sz="2800" dirty="0"/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2E06F7-59CF-C25C-965F-B882B8A21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7216"/>
            <a:ext cx="6306616" cy="433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5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937E-E39E-7B66-0BAF-C0B6F770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C7A0F4-E4D4-F7C2-96DE-CD1502E5AE52}"/>
              </a:ext>
            </a:extLst>
          </p:cNvPr>
          <p:cNvSpPr txBox="1"/>
          <p:nvPr/>
        </p:nvSpPr>
        <p:spPr>
          <a:xfrm>
            <a:off x="5938683" y="185933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결정 트리 추정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단순히 클래스만 예측하는 것이 아니라</a:t>
            </a:r>
            <a:r>
              <a:rPr lang="en-US" altLang="ko-KR" dirty="0"/>
              <a:t>, </a:t>
            </a:r>
            <a:r>
              <a:rPr lang="ko-KR" altLang="en-US" dirty="0"/>
              <a:t>특정 샘플이 각 클래스에 속할 확률도 추정 가능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 샘플이 도달한 리프에 있는 훈련 샘플들의 클래스 비율을 반환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예제에서는 길이가 </a:t>
            </a:r>
            <a:r>
              <a:rPr lang="en-US" altLang="ko-KR" dirty="0"/>
              <a:t>5cm, </a:t>
            </a:r>
            <a:r>
              <a:rPr lang="ko-KR" altLang="en-US" dirty="0"/>
              <a:t>너비가 </a:t>
            </a:r>
            <a:r>
              <a:rPr lang="en-US" altLang="ko-KR" dirty="0"/>
              <a:t>1.5cm</a:t>
            </a:r>
            <a:r>
              <a:rPr lang="ko-KR" altLang="en-US" dirty="0"/>
              <a:t>인 꽃이 각 클래스일 확률을 출력하며</a:t>
            </a:r>
            <a:r>
              <a:rPr lang="en-US" altLang="ko-KR" dirty="0"/>
              <a:t>, </a:t>
            </a:r>
            <a:r>
              <a:rPr lang="ko-KR" altLang="en-US" dirty="0"/>
              <a:t>가장 높은 확률을 가진 클래스로 최종 예측을 수행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0977B9-577C-6A4E-4185-AE364A3D2296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6</a:t>
            </a:r>
            <a:endParaRPr lang="ko-KR" altLang="en-US" sz="280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062678-1BC4-2ED3-CF60-58AA0D801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07" y="1595704"/>
            <a:ext cx="5368412" cy="440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C47F-5521-C91B-3395-3C857DD1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507D37-25AD-03BD-DE0F-C2CB8F30DE91}"/>
              </a:ext>
            </a:extLst>
          </p:cNvPr>
          <p:cNvSpPr txBox="1"/>
          <p:nvPr/>
        </p:nvSpPr>
        <p:spPr>
          <a:xfrm>
            <a:off x="6330838" y="1997837"/>
            <a:ext cx="56240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4. overfitting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결정 트리는 훈련 데이터에 과대적합되기 쉽다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이를 방지하기 위해 </a:t>
            </a:r>
            <a:r>
              <a:rPr lang="en-US" altLang="ko-KR" dirty="0" err="1"/>
              <a:t>min_samples_leaf</a:t>
            </a:r>
            <a:r>
              <a:rPr lang="en-US" altLang="ko-KR" dirty="0"/>
              <a:t>(</a:t>
            </a:r>
            <a:r>
              <a:rPr lang="ko-KR" altLang="en-US" dirty="0"/>
              <a:t>리프 노드가 가져야 할 최소 샘플 수</a:t>
            </a:r>
            <a:r>
              <a:rPr lang="en-US" altLang="ko-KR" dirty="0"/>
              <a:t>)</a:t>
            </a:r>
            <a:r>
              <a:rPr lang="ko-KR" altLang="en-US" dirty="0"/>
              <a:t>와 같은 </a:t>
            </a:r>
            <a:r>
              <a:rPr lang="ko-KR" altLang="en-US" dirty="0" err="1"/>
              <a:t>하이퍼파라미터로</a:t>
            </a:r>
            <a:r>
              <a:rPr lang="ko-KR" altLang="en-US" dirty="0"/>
              <a:t> 모델을 규제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코드는 규제가 없을 때와 있을 때의 결정 경계를 비교하여</a:t>
            </a:r>
            <a:r>
              <a:rPr lang="en-US" altLang="ko-KR" dirty="0"/>
              <a:t>, </a:t>
            </a:r>
            <a:r>
              <a:rPr lang="ko-KR" altLang="en-US" dirty="0"/>
              <a:t>규제를 적용한 모델이 더 일반화된 경계를 생성함을 보여줌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8DE516-2EAD-B862-8635-437C457F35F4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6</a:t>
            </a:r>
            <a:endParaRPr lang="ko-KR" altLang="en-US" sz="2800" dirty="0"/>
          </a:p>
        </p:txBody>
      </p:sp>
      <p:pic>
        <p:nvPicPr>
          <p:cNvPr id="5" name="그림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A683A-A117-387B-825A-A754A9591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3214"/>
            <a:ext cx="6330838" cy="456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4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7138A-BCAF-70B2-7376-1A275D33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E660CA-F668-50D2-7AC0-C8AC96315AC1}"/>
              </a:ext>
            </a:extLst>
          </p:cNvPr>
          <p:cNvSpPr txBox="1"/>
          <p:nvPr/>
        </p:nvSpPr>
        <p:spPr>
          <a:xfrm>
            <a:off x="5938683" y="17208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voting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로지스틱 회귀</a:t>
            </a:r>
            <a:r>
              <a:rPr lang="en-US" altLang="ko-KR" dirty="0"/>
              <a:t>, </a:t>
            </a:r>
            <a:r>
              <a:rPr lang="ko-KR" altLang="en-US" dirty="0"/>
              <a:t>랜덤 포레스트</a:t>
            </a:r>
            <a:r>
              <a:rPr lang="en-US" altLang="ko-KR" dirty="0"/>
              <a:t>, SVM </a:t>
            </a:r>
            <a:r>
              <a:rPr lang="ko-KR" altLang="en-US" dirty="0"/>
              <a:t>등 서로 다른 알고리즘을 결합하여 다수결</a:t>
            </a:r>
            <a:r>
              <a:rPr lang="en-US" altLang="ko-KR" dirty="0"/>
              <a:t>(hard voting) </a:t>
            </a:r>
            <a:r>
              <a:rPr lang="ko-KR" altLang="en-US" dirty="0"/>
              <a:t>또는 확률의 평균</a:t>
            </a:r>
            <a:r>
              <a:rPr lang="en-US" altLang="ko-KR" dirty="0"/>
              <a:t>(soft voting)</a:t>
            </a:r>
            <a:r>
              <a:rPr lang="ko-KR" altLang="en-US" dirty="0"/>
              <a:t>으로 예측하는 방법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약한 </a:t>
            </a:r>
            <a:r>
              <a:rPr lang="ko-KR" altLang="en-US" dirty="0" err="1"/>
              <a:t>학습기</a:t>
            </a:r>
            <a:r>
              <a:rPr lang="en-US" altLang="ko-KR" dirty="0"/>
              <a:t>(weak learner)</a:t>
            </a:r>
            <a:r>
              <a:rPr lang="ko-KR" altLang="en-US" dirty="0"/>
              <a:t>들을 합쳐서 강한 </a:t>
            </a:r>
            <a:r>
              <a:rPr lang="ko-KR" altLang="en-US" dirty="0" err="1"/>
              <a:t>학습기</a:t>
            </a:r>
            <a:r>
              <a:rPr lang="en-US" altLang="ko-KR" dirty="0"/>
              <a:t>(strong learner)</a:t>
            </a:r>
            <a:r>
              <a:rPr lang="ko-KR" altLang="en-US" dirty="0"/>
              <a:t>를 만드는 앙상블의 기본 원리를 구현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개별 모델보다 앙상블 모델의 정확도가 더 높게 나오는 것을 확인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35CA2-EF54-084C-9657-D65E71BF3C15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7</a:t>
            </a:r>
            <a:endParaRPr lang="ko-KR" altLang="en-US" sz="280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113812-EDE5-2475-D392-7F32F1C19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0008"/>
            <a:ext cx="5820587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7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D747C-03DC-B830-4420-A7CA889C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E390EC-08AE-C2CD-F5D2-FC0F3B66ACE7}"/>
              </a:ext>
            </a:extLst>
          </p:cNvPr>
          <p:cNvSpPr txBox="1"/>
          <p:nvPr/>
        </p:nvSpPr>
        <p:spPr>
          <a:xfrm>
            <a:off x="5938683" y="210674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복원 추출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같은 알고리즘을 사용하되</a:t>
            </a:r>
            <a:r>
              <a:rPr lang="en-US" altLang="ko-KR" dirty="0"/>
              <a:t>, </a:t>
            </a:r>
            <a:r>
              <a:rPr lang="ko-KR" altLang="en-US" dirty="0"/>
              <a:t>훈련 세트의 서브셋을 무작위로 복원 추출</a:t>
            </a:r>
            <a:r>
              <a:rPr lang="en-US" altLang="ko-KR" dirty="0"/>
              <a:t>(bootstrap)</a:t>
            </a:r>
            <a:r>
              <a:rPr lang="ko-KR" altLang="en-US" dirty="0"/>
              <a:t>하여 여러 모델을 학습시키는 방법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모델은 독립적으로 학습되며 결과를 집계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이를 통해 모델의 편향은 유지하면서 분산</a:t>
            </a:r>
            <a:r>
              <a:rPr lang="en-US" altLang="ko-KR" dirty="0"/>
              <a:t>(variance)</a:t>
            </a:r>
            <a:r>
              <a:rPr lang="ko-KR" altLang="en-US" dirty="0"/>
              <a:t>을 줄여 과대적합을 방지하는 효과가 있음을 보여줌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F78026-698C-44AF-BB70-D5D799A0C552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7</a:t>
            </a:r>
            <a:endParaRPr lang="ko-KR" altLang="en-US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894806-F967-B2C0-37CA-0C4785566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7" y="1720840"/>
            <a:ext cx="5743891" cy="36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1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FCB9-2807-5AE8-2981-24ABF999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8F3D78-B156-BCE2-E19B-6F8C84BB5DED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7</a:t>
            </a:r>
            <a:endParaRPr lang="ko-KR" altLang="en-US" sz="280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580AC1-F916-E410-5CA8-4A30F53F7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2" y="877181"/>
            <a:ext cx="6223897" cy="3534129"/>
          </a:xfrm>
          <a:prstGeom prst="rect">
            <a:avLst/>
          </a:prstGeom>
        </p:spPr>
      </p:pic>
      <p:pic>
        <p:nvPicPr>
          <p:cNvPr id="9" name="그림 8" descr="텍스트, 도표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3740C4-C39A-DDB0-F85E-A418D55A7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555" y="1042008"/>
            <a:ext cx="5360155" cy="54423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D8BB52-690A-B5EF-27C4-ED6F48551DD1}"/>
              </a:ext>
            </a:extLst>
          </p:cNvPr>
          <p:cNvSpPr txBox="1"/>
          <p:nvPr/>
        </p:nvSpPr>
        <p:spPr>
          <a:xfrm>
            <a:off x="342555" y="478694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 err="1"/>
              <a:t>부스팅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부스팅은</a:t>
            </a:r>
            <a:r>
              <a:rPr lang="ko-KR" altLang="en-US" dirty="0"/>
              <a:t> 이전 모델이 과소적합한 부분</a:t>
            </a:r>
            <a:r>
              <a:rPr lang="en-US" altLang="ko-KR" dirty="0"/>
              <a:t>(</a:t>
            </a:r>
            <a:r>
              <a:rPr lang="ko-KR" altLang="en-US" dirty="0"/>
              <a:t>오차</a:t>
            </a:r>
            <a:r>
              <a:rPr lang="en-US" altLang="ko-KR" dirty="0"/>
              <a:t>)</a:t>
            </a:r>
            <a:r>
              <a:rPr lang="ko-KR" altLang="en-US" dirty="0"/>
              <a:t>을 보완하는 새로운 모델을 순차적으로 학습시키는 방법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7486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2494</TotalTime>
  <Words>361</Words>
  <Application>Microsoft Office PowerPoint</Application>
  <PresentationFormat>와이드스크린</PresentationFormat>
  <Paragraphs>64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예서 이</dc:creator>
  <cp:lastModifiedBy>예서 이</cp:lastModifiedBy>
  <cp:revision>1</cp:revision>
  <dcterms:created xsi:type="dcterms:W3CDTF">2025-10-09T10:19:11Z</dcterms:created>
  <dcterms:modified xsi:type="dcterms:W3CDTF">2025-12-15T13:37:08Z</dcterms:modified>
</cp:coreProperties>
</file>